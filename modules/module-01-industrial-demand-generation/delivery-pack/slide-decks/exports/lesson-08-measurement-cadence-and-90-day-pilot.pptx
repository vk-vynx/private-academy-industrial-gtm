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bb10cbbab74f76" /><Relationship Type="http://schemas.openxmlformats.org/officeDocument/2006/relationships/extended-properties" Target="/docProps/app.xml" Id="Rc8d1aa4469c5432a" /><Relationship Type="http://schemas.openxmlformats.org/officeDocument/2006/relationships/officeDocument" Target="/ppt/presentation.xml" Id="R62c4af28e0ae44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3d3e96b3204684"/>
  </p:sldMasterIdLst>
  <p:notesMasterIdLst>
    <p:notesMasterId xmlns:r="http://schemas.openxmlformats.org/officeDocument/2006/relationships" r:id="R0a7cc7d17dd1402c"/>
  </p:notesMasterIdLst>
  <p:sldIdLst>
    <p:sldId xmlns:r="http://schemas.openxmlformats.org/officeDocument/2006/relationships" id="256" r:id="R89b8521a108f4d08"/>
    <p:sldId xmlns:r="http://schemas.openxmlformats.org/officeDocument/2006/relationships" id="257" r:id="R91411d8b80744593"/>
    <p:sldId xmlns:r="http://schemas.openxmlformats.org/officeDocument/2006/relationships" id="258" r:id="Re7960e5718f14778"/>
    <p:sldId xmlns:r="http://schemas.openxmlformats.org/officeDocument/2006/relationships" id="259" r:id="R5da9001d42c0401f"/>
    <p:sldId xmlns:r="http://schemas.openxmlformats.org/officeDocument/2006/relationships" id="260" r:id="R3a5d6aec33aa4a9d"/>
    <p:sldId xmlns:r="http://schemas.openxmlformats.org/officeDocument/2006/relationships" id="261" r:id="R3c279283846944a5"/>
    <p:sldId xmlns:r="http://schemas.openxmlformats.org/officeDocument/2006/relationships" id="262" r:id="Rc04fad3793c14868"/>
    <p:sldId xmlns:r="http://schemas.openxmlformats.org/officeDocument/2006/relationships" id="263" r:id="Rf14ca6f8039444dc"/>
    <p:sldId xmlns:r="http://schemas.openxmlformats.org/officeDocument/2006/relationships" id="264" r:id="R4e1c093ddf0f4e88"/>
    <p:sldId xmlns:r="http://schemas.openxmlformats.org/officeDocument/2006/relationships" id="265" r:id="R641a38c6a3c54da0"/>
    <p:sldId xmlns:r="http://schemas.openxmlformats.org/officeDocument/2006/relationships" id="266" r:id="Rbaaa580380f9435c"/>
    <p:sldId xmlns:r="http://schemas.openxmlformats.org/officeDocument/2006/relationships" id="267" r:id="Rbd2a85f6ee904b81"/>
    <p:sldId xmlns:r="http://schemas.openxmlformats.org/officeDocument/2006/relationships" id="268" r:id="Rabaf038745044ac4"/>
    <p:sldId xmlns:r="http://schemas.openxmlformats.org/officeDocument/2006/relationships" id="269" r:id="R8b1a80f8707a417c"/>
    <p:sldId xmlns:r="http://schemas.openxmlformats.org/officeDocument/2006/relationships" id="270" r:id="R0f339a38e667426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3d3e96b3204684" /><Relationship Type="http://schemas.openxmlformats.org/officeDocument/2006/relationships/theme" Target="/ppt/theme/theme1.xml" Id="R6ae90af1504c462c" /><Relationship Type="http://schemas.openxmlformats.org/officeDocument/2006/relationships/notesMaster" Target="/ppt/notesMasters/notesMaster1.xml" Id="R0a7cc7d17dd1402c" /><Relationship Type="http://schemas.openxmlformats.org/officeDocument/2006/relationships/presProps" Target="/ppt/presProps.xml" Id="R53ae7263cfd34370" /><Relationship Type="http://schemas.openxmlformats.org/officeDocument/2006/relationships/viewProps" Target="/ppt/viewProps.xml" Id="R528192c2dc114311" /><Relationship Type="http://schemas.openxmlformats.org/officeDocument/2006/relationships/tableStyles" Target="/ppt/tableStyles.xml" Id="Rbac3a65756564c45" /><Relationship Type="http://schemas.openxmlformats.org/officeDocument/2006/relationships/slide" Target="/ppt/slides/slide1.xml" Id="R89b8521a108f4d08" /><Relationship Type="http://schemas.openxmlformats.org/officeDocument/2006/relationships/slide" Target="/ppt/slides/slide2.xml" Id="R91411d8b80744593" /><Relationship Type="http://schemas.openxmlformats.org/officeDocument/2006/relationships/slide" Target="/ppt/slides/slide3.xml" Id="Re7960e5718f14778" /><Relationship Type="http://schemas.openxmlformats.org/officeDocument/2006/relationships/slide" Target="/ppt/slides/slide4.xml" Id="R5da9001d42c0401f" /><Relationship Type="http://schemas.openxmlformats.org/officeDocument/2006/relationships/slide" Target="/ppt/slides/slide5.xml" Id="R3a5d6aec33aa4a9d" /><Relationship Type="http://schemas.openxmlformats.org/officeDocument/2006/relationships/slide" Target="/ppt/slides/slide6.xml" Id="R3c279283846944a5" /><Relationship Type="http://schemas.openxmlformats.org/officeDocument/2006/relationships/slide" Target="/ppt/slides/slide7.xml" Id="Rc04fad3793c14868" /><Relationship Type="http://schemas.openxmlformats.org/officeDocument/2006/relationships/slide" Target="/ppt/slides/slide8.xml" Id="Rf14ca6f8039444dc" /><Relationship Type="http://schemas.openxmlformats.org/officeDocument/2006/relationships/slide" Target="/ppt/slides/slide9.xml" Id="R4e1c093ddf0f4e88" /><Relationship Type="http://schemas.openxmlformats.org/officeDocument/2006/relationships/slide" Target="/ppt/slides/slide10.xml" Id="R641a38c6a3c54da0" /><Relationship Type="http://schemas.openxmlformats.org/officeDocument/2006/relationships/slide" Target="/ppt/slides/slide11.xml" Id="Rbaaa580380f9435c" /><Relationship Type="http://schemas.openxmlformats.org/officeDocument/2006/relationships/slide" Target="/ppt/slides/slide12.xml" Id="Rbd2a85f6ee904b81" /><Relationship Type="http://schemas.openxmlformats.org/officeDocument/2006/relationships/slide" Target="/ppt/slides/slide13.xml" Id="Rabaf038745044ac4" /><Relationship Type="http://schemas.openxmlformats.org/officeDocument/2006/relationships/slide" Target="/ppt/slides/slide14.xml" Id="R8b1a80f8707a417c" /><Relationship Type="http://schemas.openxmlformats.org/officeDocument/2006/relationships/slide" Target="/ppt/slides/slide15.xml" Id="R0f339a38e66742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b2b28c9f8174a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32485743ed413c" /><Relationship Type="http://schemas.openxmlformats.org/officeDocument/2006/relationships/notesMaster" Target="/ppt/notesMasters/notesMaster1.xml" Id="R3ccb254b293640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b341ee3f1d4b40" /><Relationship Type="http://schemas.openxmlformats.org/officeDocument/2006/relationships/notesMaster" Target="/ppt/notesMasters/notesMaster1.xml" Id="Rf43105b521154b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f1acb455a94a7c" /><Relationship Type="http://schemas.openxmlformats.org/officeDocument/2006/relationships/notesMaster" Target="/ppt/notesMasters/notesMaster1.xml" Id="R68b94896e22142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1d42e4bf8748ec" /><Relationship Type="http://schemas.openxmlformats.org/officeDocument/2006/relationships/notesMaster" Target="/ppt/notesMasters/notesMaster1.xml" Id="Rb1c940a89b804b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ccd93e933c4e14" /><Relationship Type="http://schemas.openxmlformats.org/officeDocument/2006/relationships/notesMaster" Target="/ppt/notesMasters/notesMaster1.xml" Id="Rc4d5ff4dd93143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dd42e30b6f4f9d" /><Relationship Type="http://schemas.openxmlformats.org/officeDocument/2006/relationships/notesMaster" Target="/ppt/notesMasters/notesMaster1.xml" Id="Re2c1d42493f24b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b8e1e2e4754981" /><Relationship Type="http://schemas.openxmlformats.org/officeDocument/2006/relationships/notesMaster" Target="/ppt/notesMasters/notesMaster1.xml" Id="R1fa652c728e042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06904f4cba4a0a" /><Relationship Type="http://schemas.openxmlformats.org/officeDocument/2006/relationships/notesMaster" Target="/ppt/notesMasters/notesMaster1.xml" Id="R3778364d52cf45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6ebe97235f4cbb" /><Relationship Type="http://schemas.openxmlformats.org/officeDocument/2006/relationships/notesMaster" Target="/ppt/notesMasters/notesMaster1.xml" Id="Re86a5443601d43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1b7263f6484157" /><Relationship Type="http://schemas.openxmlformats.org/officeDocument/2006/relationships/notesMaster" Target="/ppt/notesMasters/notesMaster1.xml" Id="R716fe81f823747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07af974af546cc" /><Relationship Type="http://schemas.openxmlformats.org/officeDocument/2006/relationships/notesMaster" Target="/ppt/notesMasters/notesMaster1.xml" Id="R0f15fbce079642a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fa7b2913e84c58" /><Relationship Type="http://schemas.openxmlformats.org/officeDocument/2006/relationships/notesMaster" Target="/ppt/notesMasters/notesMaster1.xml" Id="R90684bea77f14f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8917968b5d244c2" /><Relationship Type="http://schemas.openxmlformats.org/officeDocument/2006/relationships/notesMaster" Target="/ppt/notesMasters/notesMaster1.xml" Id="Rf30dad086df941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08cb548e924c1c" /><Relationship Type="http://schemas.openxmlformats.org/officeDocument/2006/relationships/notesMaster" Target="/ppt/notesMasters/notesMaster1.xml" Id="R659cb34b55624bf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9b163ce2a044a90" /><Relationship Type="http://schemas.openxmlformats.org/officeDocument/2006/relationships/notesMaster" Target="/ppt/notesMasters/notesMaster1.xml" Id="R6a662b41ddff48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a8e4054ff415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74dbccb1a5c4c6e" /><Relationship Type="http://schemas.openxmlformats.org/officeDocument/2006/relationships/slideLayout" Target="/ppt/slideLayouts/slideLayout2.xml" Id="Rc382996babb145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82996babb145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c5cfa5c0774ea5" /><Relationship Type="http://schemas.openxmlformats.org/officeDocument/2006/relationships/notesSlide" Target="/ppt/notesSlides/notesSlide1.xml" Id="R9ef7c85b0b714b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9bf78177ad4b5d" /><Relationship Type="http://schemas.openxmlformats.org/officeDocument/2006/relationships/notesSlide" Target="/ppt/notesSlides/notesSlide2.xml" Id="R149bc3b9730840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819249f05e4f6e" /><Relationship Type="http://schemas.openxmlformats.org/officeDocument/2006/relationships/notesSlide" Target="/ppt/notesSlides/notesSlide3.xml" Id="Re381bf8ce85b49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e3fbe3037c4565" /><Relationship Type="http://schemas.openxmlformats.org/officeDocument/2006/relationships/notesSlide" Target="/ppt/notesSlides/notesSlide4.xml" Id="R48541799493b47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a5d7fced8c4dc0" /><Relationship Type="http://schemas.openxmlformats.org/officeDocument/2006/relationships/notesSlide" Target="/ppt/notesSlides/notesSlide5.xml" Id="R0921faf9214348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f4f5a018174800" /><Relationship Type="http://schemas.openxmlformats.org/officeDocument/2006/relationships/notesSlide" Target="/ppt/notesSlides/notesSlide6.xml" Id="R395b3bcb58764e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edd318a9b54785" /><Relationship Type="http://schemas.openxmlformats.org/officeDocument/2006/relationships/notesSlide" Target="/ppt/notesSlides/notesSlide7.xml" Id="R7635898facd245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7f5a984e764e51" /><Relationship Type="http://schemas.openxmlformats.org/officeDocument/2006/relationships/notesSlide" Target="/ppt/notesSlides/notesSlide8.xml" Id="Rf358216b915148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174815ee2a4786" /><Relationship Type="http://schemas.openxmlformats.org/officeDocument/2006/relationships/notesSlide" Target="/ppt/notesSlides/notesSlide9.xml" Id="R52f43bd1efaf41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8cb71851d74c24" /><Relationship Type="http://schemas.openxmlformats.org/officeDocument/2006/relationships/notesSlide" Target="/ppt/notesSlides/notesSlide10.xml" Id="R15a10091affa4b4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3953258ec54cf9" /><Relationship Type="http://schemas.openxmlformats.org/officeDocument/2006/relationships/notesSlide" Target="/ppt/notesSlides/notesSlide11.xml" Id="R3bc605a42c0b4f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56939e55c34a4d" /><Relationship Type="http://schemas.openxmlformats.org/officeDocument/2006/relationships/notesSlide" Target="/ppt/notesSlides/notesSlide12.xml" Id="R50be3cae2f1746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72e46444b74a03" /><Relationship Type="http://schemas.openxmlformats.org/officeDocument/2006/relationships/notesSlide" Target="/ppt/notesSlides/notesSlide13.xml" Id="Ra0475b16a17a4be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35b7e11c944306" /><Relationship Type="http://schemas.openxmlformats.org/officeDocument/2006/relationships/notesSlide" Target="/ppt/notesSlides/notesSlide14.xml" Id="Reb03a2c2707c435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dbdada70574650" /><Relationship Type="http://schemas.openxmlformats.org/officeDocument/2006/relationships/notesSlide" Target="/ppt/notesSlides/notesSlide15.xml" Id="R2f2cab90ea534a7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874B48-B03B-45DF-9334-41DA741C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CAFF31-3E68-431F-A928-6BCE8139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9B798-EB52-4404-918E-1FE5AB55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BFA54A6F-6D5C-4FD3-B990-FAE95E90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E4F71018-1F93-4629-B0D2-31C19347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INSTRUCTOR PROJECTION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744A6F-3F19-42CB-92EC-7BAF7453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239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Measurement, Cadence, And 90-Day Pilot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D854D-65F2-473D-9525-829444B4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7048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Demand Generation / Live workshop projection 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5A09F-9F2B-4DBE-A82E-ED515033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DCE8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35E01-C105-4EA7-B956-52643806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26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FFA2A7-CBB1-421D-9085-6E81210B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337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F0DF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0B067-4A81-46BF-B525-FBA64416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81375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Instructor-led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9853F-32AB-4306-A54E-CC2A7EA1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3375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E4E9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C68BCD-6C40-4770-830C-BF1D2F8C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813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Artifact-first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E6AF0-8AB8-4D81-AC2B-5A1777CE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95350"/>
            <a:ext cx="33337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68106B-657C-449E-BBD6-9FE555F0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28037-45AA-484C-A17F-B61C0963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00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6165B2-7754-458D-A1EA-9CB6A0C0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2724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Weekly cadence and 90-day pilot 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D2E328-96AD-4682-A0A8-5B03A16F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E6C83D-676D-491A-A5E4-3D5798DA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WORKSHOP RULE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32940-E2EF-4ED5-9CB9-0E5DCABC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609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Teach the operating decision, run the diagnostic, then force a usable artifact. The slide is a prompt, not the handout.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1511C6-DA6B-49B7-B493-E535B4E7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7E5C12-4EA9-411A-9C06-90FFB0CF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 COMMIT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559CA8-3335-4348-ABA7-CD43EE66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815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9e28222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88A98-6837-43AF-AB7F-031D5969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50B858-B9A5-4BB4-B3E6-F2AEC6F1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B29F66-2B63-4408-AD12-824DCCE5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821DAF-DC43-41D2-9A8D-B73ABA29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116433600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E829C1-B2DB-4AB8-9B06-999E9646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65F93-A965-4D20-A604-E24C6969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C6155-30B8-48D6-A732-E0BA7037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F1866504-D25F-4446-A11A-03EDF7D9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A6EBB396-88D8-4869-94A5-1433BFE2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LESSON PROMISE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1983A-48F7-4146-B5F6-52DC827B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promise is an operating capability, not a concept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EFD6D-A94A-4FF5-B51B-A3805B26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set the standard for the artifact learners must produce.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AFEA01-4104-4D1A-8440-59DA2080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44746-A0B0-48DD-86F5-2705E89F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2FA53-FDB9-4534-B681-A2172D44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7B4038-FFFF-4D29-803A-B7BD31AA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BE123-2CD6-4442-806A-B46D7BE6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19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36DFB-9449-488B-BC00-A993E86D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61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Assemble prior artifacts into a 90-day Industrial Demand Generation Pilot and define the weekly revenue cadence that keeps sales, marketing, RevOps, leadership, and technical teams aligned.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5B532-0705-4315-B58C-CA07707F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533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C1A901-CB59-438B-BD09-A3AEB9E0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 weekly cadence model and pilot plan with success metrics, owners, evidence, and stop, repair, scale criteria.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70826-6B98-4EDC-8321-46DD314D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38350"/>
            <a:ext cx="4248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8850A4-292F-4991-8A85-92294612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9BE8B0-4B40-471C-A211-29D78A0C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616C3-6185-453E-A155-2A1EFDF4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F7AC4-9951-4D9D-A5CC-345FAB5D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for evidence before opinion.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538080-BAE2-48BF-90D6-AAD9E5AD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52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A8EA79-521A-4844-AD57-5FE855F2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861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workbook for capture.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4514AE-641E-4A13-822F-88E46222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A53B63-8734-4A89-B115-E067EF36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861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Keep AI useful but subordinate to human correction.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C2C5ED-BB44-4E8C-BA65-9ED9C0E5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52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C24C3-A3D9-4273-BA4B-4FECC08A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 not accept generic SaaS or lead-gen answers.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9F84F5-362D-4CEB-B7D8-39FE213E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30C5CA-129F-4769-A86C-60A26DD7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D56684-1820-4ED1-AFE6-A1F26AD1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315A14-0237-4148-9766-F2D1D3DC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44450103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C8249B-2135-4E68-8C77-2493AFCF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58ED6-237E-407C-B400-3F9B73EA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D0BB8-1FBF-4495-B6D5-15AE756B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3C995413-7381-481A-91B7-436AB403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2D61198B-A72D-427D-9A1D-0680B946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WHY IT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8957E-06D1-45BC-AD9F-9E88C29B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Industrial GTM punishes shallow assumptions.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93386-21AA-43F6-AECE-C4CFE689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instructor should tie every point back to long-cycle risk, committee proof, and trusted circulation.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07A02E-3C24-4D24-A09C-17967DC0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55430A-9FC9-4E95-B0BE-F115316C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70999-F5C9-49CA-90BB-EDF4DAA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C4A3C-FA6B-43F5-8B80-A5EF86A2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7A1B33-8F06-4AD1-9B22-0EA100F1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143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3EEF2-551A-42ED-99C6-94629002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0ACFC-0DB2-4494-8FE9-B284ECA8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8E5A4-2C6C-44C6-B75F-D37D2486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EA3AB-F489-42E9-BA14-1948BE86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Industrial demand generation becomes real only when the team inspects account movement every week.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7EA04-D505-481B-8C25-015EEC0F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85973C-D139-40EC-B1DB-108A1F3F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Revenue may not close inside 90 days, but the pilot can still prove movement, committee coverage, signal...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7D9CC-81FD-4134-B23E-ACABF006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8EB4A-F4F4-45D9-BBC9-B9496CEA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Cadence is not reporting. It is a decision rhythm.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FC072B-B2CA-4A0B-9F5C-260BFA28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C060D9-4546-43A8-BC8A-2DFF765D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pilot must be narrow enough to learn before leadership decides to stop, repair, or scale.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1A5F54-D842-4782-9258-C70AF122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53340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7BD9A3-46E5-4648-B996-44715719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E494BF-2949-4B68-A3E0-1FCA9931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CORRECTION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58ABCF-2926-4CBA-874C-DC8B396C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0ADA46-448D-4D6D-868A-DCBCF9F0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527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17339D-2DE3-4C0B-8674-0A1D2C9F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146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activity to account movement.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81BBA-2038-4D40-BFCB-DCCF3CA2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D16F0C-5DB2-42FB-8F0D-FEAE4EB4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90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01A2E9-5892-44A9-A9A6-3EAD5925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one persona to committee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CAB3DD-C822-41BA-8816-A36DE2C6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A52D8A-DEBA-4FDA-A959-B7EC5214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290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06EB33-1D49-4CAC-B95B-96514F09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909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content volume to buyer uncertainty.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62655D-1B04-4AEB-A79F-4A6EC39C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B291A3-B662-4412-A163-92CDE3CB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71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EDA667-2598-44CC-B8C9-F32C5BEE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290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engagement scoring to signal interpretation.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09AC26-9AF1-4026-816F-58FC6D2D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B6C0FD-7A42-4083-AC96-54111E0B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053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76E6F1-C704-4C2C-B377-3B4B2E79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672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reporting to weekly operating decisions.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4FC3AC-1348-46FE-A315-27083E19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EA1F3-BE5E-4AD8-9FF3-A1045463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F53DBE-2E0D-4BEA-AF4F-A2FF952C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082A5B-6829-4F72-95AD-E8FB20FD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138738895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C4DAD6-96B8-4246-8DD0-B11A0B1F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11D26-8A48-41CE-BADE-1E1FBFBB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C7C79D-E212-4FA4-AFEA-05F24319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48EDEFBE-6729-47FD-A192-AACB7C27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A111929F-E681-438D-A48E-EC07912E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CORE FRAMEWORK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6D69B5-8338-4438-9DBA-A1457C6D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Measure movement, not volume.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E49F1-614E-449E-B25D-ABED2645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231E6-D3CA-4F5D-97C1-5444C562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38EE86-8263-4D16-912C-CB99A53D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FCD48-83E6-4149-B9CB-148ED488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888D6-69F1-4ABA-9C70-9232C6C9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F57A5-F46D-4F4B-985C-C278B5B0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F63683-37BF-4E97-896E-B187C660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34DE13-8A9A-409E-A042-1E52D42D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D4722F-4A82-4DC2-AAA0-03AACE23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NATIVE OPERATING DIAGRAM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2B4C0-1E6B-4D04-B382-F6457A88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6C857-925D-4A62-959A-52A7418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42512D-95B0-403C-A2DB-F943D023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0DCCDE-BAD3-4FF4-A937-61D592F7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Target-account reach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61C0E-F47B-4589-B9D4-022BB2F3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E5AF6-BB85-4F8D-8C85-AADD8D12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48C075-BD27-4F59-9216-5AF8B078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956521-8161-4B61-935F-8AD08154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3BB63D-1BEF-433E-A750-E93DC4A9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Engaged accounts by demand state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F708DC-6B9A-4CD7-92EA-DD2CDF40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9CF3C6-FC9F-4A14-A6BA-24904648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5F6964-57FC-4A43-81AC-778D9B84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2071F3-99A8-4F04-B237-5623C544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CCAC4D-83BE-4711-830F-49DB036A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Repeat engagement from ICP accounts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88E9D1-6497-4D48-A4BE-B453FF21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783068-3A08-4A79-A05F-3B477E14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962F53-0F91-41BE-9E64-DE30D81D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9F08E7-A424-45A7-AEFB-AE5C6A16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7953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7953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AA7991-917B-4691-9273-3AB7F3DB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Buying committee roles engaged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D8944-91C1-40BE-8D29-3D7C5A69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3A9603-D159-4A7C-A636-6CDE5906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F61465-45BD-4A91-BA12-A1B6D32B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700456-0476-49D8-B03B-6B7E9A52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Future Pipeline and Active Focus accounts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51EF13-6E93-4F38-8957-BA9C4C7E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DF6ACF-02BE-4661-BED7-429682D9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58845E-1254-42D9-B5F4-DC274276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34D925-F11A-4AAB-A9C5-1EF58288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83CCEC-6C89-40C0-961D-5A7E4E0E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Strong signals routed within SLA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C2E2F5-A53E-4BF9-A9C9-979EB283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5D76F8-1777-45E4-883C-438218C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40F4DA-72B1-4E4A-8BC8-DD230A44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308D06-D99B-43E0-AD09-F57D0EF6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C5F0A56-FA68-4231-9DDF-12C02A3D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Sales conversations created by useful content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4653B2-9456-499E-BF24-93E55BA2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72150"/>
            <a:ext cx="11430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E101E2-8FDC-488D-9EA5-5B38000A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Flowchart companion: assets/flowcharts/10-weekly-revenue-cadence.svg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701BE4E-1268-4EBD-BCF4-E2A4FF6B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12B32B-AB10-453B-81C5-97301C90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CE810F-7FCA-4DFB-B1A3-E1BB4A0C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595C32-26C9-408E-A720-0DE2ACA8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D4A2DF-4F72-4FF9-81EF-0710CCB5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D5ACB2C-DA75-43F3-961F-CE440856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97668EF-6259-410A-BBC7-589F2395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F201B00E-1D34-407B-A0E2-22086335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FC97130C-3869-4476-BB15-63C46D2F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CORE FRAMEWORK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65201CA-702E-480F-AADC-5596ABBC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Measure movement, not volume.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54237FB-A8D4-48C5-9634-9A0D8D7A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2692E9-1177-4B47-A9E0-E00447A4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C3157AB-B993-49AC-9950-F3889D6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9C8568A-77D7-41B4-A7AC-248FF4A5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FDF93B7-8702-4199-BDC5-1458C088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EECBB39-1256-44BF-BCE2-BB5CC87D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B2F5B5B-96BA-4AA1-87E7-E3031FAA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5619CEA-6D13-4F6E-8C29-C806390C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38745772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6EA706-5732-4C29-9C4C-1580B476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C9ECE-4DE6-49E3-A395-3BE65915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C4310-7A98-4F10-9F9F-DA4EB087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12ABE597-3B6F-40C1-BA0E-B9A962C7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AD4CA4FE-EDFA-45C8-906A-1A1335FD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MENTAL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ECF4D-54BB-4C6F-8096-37166BA9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weekly meeting makes decisions from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2DCBD-20B5-46F0-A689-CFCF1008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Keep this slide conversational: make learners say what would change in their current 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B9293E-E563-47ED-ADC1-3032C6F1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21B9D-A6E7-4F21-9200-4C40301D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F8ACD-E0B3-492D-A648-7654259F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C9914-1BFF-46A7-950C-6E3417E3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10B04-4D6F-4C35-BC9D-E84FEB12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9FFEB4-59F4-4D45-84D2-A347EDE6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7FCEA1-5C78-4456-BAB5-643C8867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rPr>
              <a:t>Progression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154BB3-77C5-4F0D-B36D-A79B9096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accounts moved state, and why?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856D8B-E78C-4B09-B90A-0FBE5CBC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FBAB9-ABC1-4AD7-B0C1-7B207409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93646D-31D1-42DC-BE6A-C9E0A60F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rPr>
              <a:t>Routing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CB0CF2-A927-463D-A7AA-AAF7FDA8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new signals need owner, SLA, or downgrade?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78488-E9C3-4764-98F3-29DE7540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C4C1BE-B53F-44C6-AF92-540FB401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571F0E-D081-4952-99CC-E5936B50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rPr>
              <a:t>Proof gaps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BF533A-B3F6-4D71-B980-F6F84E66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role or objection is blocking movement?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D1631E-C85E-4A5A-8308-35F2D330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A15811-0F6D-4B01-8D9D-CB517F32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70B23E-B0FB-48C0-A0B4-53536944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rPr>
              <a:t>Next commitments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F002F1-BBB5-42D1-9793-8B9B484B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will be built, routed, repaired, or disqualified this week?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40556F-1971-4D9C-92ED-114226D6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F3C3FE-9026-4A19-863E-2EE5FBD9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DA8757-2F8A-47EF-A248-C7DFB392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which box is weakest in your current category?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639553-AA90-461C-90E0-BC4A769D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9171D9-AD79-44C7-B03E-49AD3A5B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B6CBAA-3274-40EA-9D59-3CF9DD78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9749E7-66FC-42FF-B955-D161A43B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1686271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692EE4-8985-48B9-9AEC-72A5875D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2DD05-C4E4-431F-9CB2-EAA34216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E6A99-5F71-4C0F-B04D-7D794622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D0E33811-C737-4589-8ACA-7CC92B9E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84E5A6FF-E67D-4634-AB17-82173757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COMPOSITE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DF98C-9357-44ED-A7AB-628CF668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calibration and validation services provider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2AB8E5-3957-4E99-9376-B79E08BC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86AF1-FEDC-4452-8EB2-4EC36B4C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4A9A3-47D9-4FB4-A66A-7061CAC4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FEF84-DA17-45E9-A130-9850D643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FCF5F3-C1D4-4789-9293-45D0FFD3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581947-D04A-4316-B4C5-EF718459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7F899-2A91-4C0A-B3BC-3400C937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E6875-C86D-4445-A6FF-3762AA05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5B674A-E96F-4D4D-8E49-A33B8076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PATTERN AND 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7820F8-A18F-4675-8F80-47B4186C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44477-DC31-4143-A232-96D06F07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pilot targets regulated manufacturers with audit or validation triggers.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6286B8-A1A1-43E9-9D39-7D977B86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6BBAF1-70CD-45BC-8A14-B1D89B09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Revenue may not close in 90 days, so the team inspects reach, quality and validation roles engaged, audit-window signals,...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208A5D-88B2-4DFE-A234-25130D25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D6B8B4-D291-481F-9908-2557C91A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pilot succeeds if a repeatable motion is visible from education to signal routing to owner action to consultation,...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BCCCB0-FD0E-4EC7-89D8-2A6F47D1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7B6D64-FA41-4013-B804-2E72F4C0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ACBC37-C0C0-4886-9C20-58BE3D7E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C94EE6-CA6F-4D78-85CF-BE5168E4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5A9558-C94B-404E-A7B9-42A125EF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65CFE6-DC1A-4884-90FA-5A890EDE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F0AF1C-D890-433F-AF3E-2EE728D5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06700CFF-A7F3-4505-9BC7-26B058A6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BFDABAB5-E1CB-4582-9D6B-668811AA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COMPOSITE EXAMPLE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F05653-A0EE-4E72-8340-C1678FD2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calibration and validation services provider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F77C39-295E-433D-AA92-D9208489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DA7D40-8E75-4003-BAD5-855F1C81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4D3D93-CE38-471A-B7DC-BFD4CA96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BE7B04-59AE-41F7-B2D7-DE78899A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25341D-8E98-43B7-B284-78DBF6F2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729DE4-5FCD-4A85-8C42-21095420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B9CD02-9760-430B-BAB4-D319E78B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DB2E11-B8D7-4DA7-92B7-5C29DA74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16724085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ADE318-2EB1-431D-A2B2-B9D4FCF4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3C05E-66E5-4A71-80F0-A7597239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01024-BD1B-4536-8BC7-3A19C4B2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D32A9BC1-6230-4F23-B3F9-64177EAE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78451901-2D2C-43BE-B52A-DBDCE0F2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DIAGNOSTIC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9D0F98-7EE8-4A7C-AB74-9C9C27BA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Run the room on one hard operating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85166-F068-4793-8AC2-2013A3E6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is the short live diagnostic before the exercise.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317EC-F0CC-4B0F-B4F2-E40CEE41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FFA96-5115-4D89-B38E-ED7508EE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A91430-65A3-47A5-831D-64C016E1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0794-D8F1-44B1-87C8-603586C1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B4678-DFD8-425C-84B8-9B84AE97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09156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764D9-EFB6-48B3-AA31-5079B6CA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What will the team inspect every week so the pilot improves before the quarter ends?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FACD3-FB51-415E-B696-82922723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0E9E2-00CA-41F4-83FA-E5C6DEAB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PROMPT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2321-5F25-4011-A2EF-3B4ADA67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EF888A-3052-496D-A396-174F2F97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accounts moved?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5415DA-3CD0-442C-9085-5DC2992F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AFD48D-EFF2-4F40-885B-BE67D169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evidence caused movement?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D9E49D-709E-470D-8721-D4D06307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178FB-5674-451B-871E-DB2C663F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accounts stalled?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B13057-7708-490C-B07C-31BEC00F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E268E-4E6B-4C3B-8B2E-AFAFFF30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buying roles are missing?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11D3C4-FC3D-4B24-9466-8F8C6AAF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DBBD94-F8A2-4C77-AA79-7059BDA1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signals were false positives?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0E06DA-CB64-4A1F-AD02-2A8643AA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CAD88-4363-4C28-BC4B-FFD43A0F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strong signals missed SLA?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985F85-2674-44D8-811B-5275B085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607B27-15F0-4049-8894-3668A4BC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3E2EDB-B6C5-42C9-A66F-8CED2397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D7AF1A-3120-4695-8EA8-094960F4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15434230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53B17-DA56-4BB6-AB2C-F40A264C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E3800-3ECF-4323-9158-10F934A9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3C8FF-8BE3-449D-ADDD-43C532A6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32B972A8-29CA-4684-B26D-8132DC3E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76D8FAC8-C248-4128-BC28-8FFEA600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EXERCISE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84BF5-23F2-4FB2-A086-190B7863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Build the cadence and pilot outline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09335-9015-407D-B25B-08FE13AE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exercise produces a working artifact, not class discussion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362B7-F187-476E-BAE8-1E3AE11C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850A6-712E-450C-BBBE-225C77F2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B0A21-C095-498C-826C-C6A941BE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A35C6-1925-4009-9D45-18D5746E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EE60C-D7D9-4B1D-A606-1A92F1DA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3143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13F21-AB4C-4376-80EE-AA67F8B2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E9B230-E02E-40E8-9018-1A7ADE99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TIMEBOX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2E0724-897D-4FC7-9914-6D90323E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8 min cadence board, 6 min pilot phases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FC622-0541-4BA8-8298-7F01052F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1C14BF-BD92-4BAA-8EE5-6DA54936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576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C8D722-B0C9-41D4-BC1A-D8DABC90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Weekly cadence and 90-day pilot 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53DCB7-1D1E-4E4E-8790-544B43E7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7334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E2736-D837-4ADD-8557-8754E01E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B3304D-0C94-49A2-AF7E-A669CCE6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LEARNER ACTIONS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072239-8FDA-42C2-92D5-658B809A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580BC8-ECD8-445A-A5ED-38DCBEDB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1E44D-297F-4220-9D0B-458A1BA2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717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Build the weekly cadence agenda with evidence reviewed, owner, decision rule, and output.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B02748-A699-42AB-B513-CC6807DB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7A792-3998-4B0B-B033-9C14FA73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55088F-9653-4EFD-A550-11F073AA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194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Draft the five pilot phases: scope, MOIN/content, distribution/signals, routing/activation,...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CB53D2-B9B4-4863-B03C-5F7830A5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767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85D5B-923D-4F9D-88BD-61EC30F7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7C6930-AE64-4EEF-AE88-B647FCCC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671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Define stop, repair, and scale criteria before launch.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A6A388-6F17-4780-8C7B-E1630D6D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9FCCB6-5907-4D86-923A-9DFE8592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A55083-DD37-4A3A-8072-7D14944E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7FB8A3-72CF-4B40-BF48-61728779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9383743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B79EB5-0B73-47EE-A7E8-FA9A9F3F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C591B-3690-4AE8-BE62-19FADFB6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90848-3B37-46EB-A8A2-AB6FB4A7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E4D35479-7F7F-4544-B654-A90963CB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180C5C35-906A-41E8-907E-2A8F3C20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GROUP CRITIQUE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8156E-AEB5-4DF7-B44B-5AA529E0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0DDBBB-998D-4CEE-AF2D-E7D04EB5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7766F-8E9A-48EA-A339-9CEC7DC6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3AF52-0494-459F-865E-89B85811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8274DE-72C5-4122-A646-7BEF1152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702623-11B1-4920-93E1-65667DA3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5B270-D33A-4133-8D04-E9372848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D5B832-2218-41A7-9567-F2B803B5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E7AD15-281C-4360-8454-75DCC5C9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E7EAA4-71B2-494F-A999-C9B97D81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TEST THE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31E30A-D198-4ACA-99DD-F55A21A9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C1748F-18C9-4FC0-B1F8-0914451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54CF2-8794-42FE-8BE7-38D99AE7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Are the metrics mostly leading indicators?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D6E361-2DF6-49F2-A21B-E472A51C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7767F3-5C30-48F1-91D9-FE9FC22B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90AD3C-55E2-4849-BDFC-8507C6A7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Can RevOps capture the evidence?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625AE7-F453-4600-A572-675EE483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47B4FB-CDB8-47F6-9FF1-CCA42A5C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AA8FB5-8BD5-4279-A8FA-595883D3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Are owners named?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C9C17-9B0B-4237-A0DC-01D72D09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EDC744-F0A3-4929-870C-0F41257D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FORCE THE REPAIR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DB21E3-0484-4C3A-A76F-EED5BAAA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CA447B-64DD-4B79-B4E1-62C88753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F1CE8-DE7A-47B6-9FC4-ECFC33A4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Are stop, repair, and scale criteria explicit?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4DA98-384E-4497-AF39-5A0F150D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6E72A3-F318-4E65-8DCE-97043CA5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8FE221-677D-4752-87E1-9E31BE3A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the cadence create decisions or only reporting?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C4DD83-F61C-43BD-A060-C764D55F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D881C8-1ECC-42C4-AEB8-81E54EB3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BAEBF2-FDD6-4EAF-9985-8898FB4D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the pilot connect content, distribution, routing, sales action, and buyer enablement?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9D6D95-3EAA-4993-A5B8-EDA3973C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48945F-1A6B-4F60-BA2B-F852E94C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875CCB-5811-4DB8-9407-9339D101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6CF24C-3750-4969-9CF0-CBDE7CD4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E41FDC-ED09-41F5-A620-4BDE07BD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A82BEC-BE0A-4ED2-8819-892F605B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4B3248-E7EF-417E-AC93-1275EDA8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0A1F67B7-54DD-417B-AFB2-170A2B70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224724F0-88CD-40F1-8EB8-ADB2D7D7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GROUP CRITIQUE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DC84E9-8395-49DD-8621-A1B3D75D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271A7CA-0CAA-476C-A41B-61EEC54F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A01F3-4B4B-4013-923D-30C6187B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B2B727-A847-40AB-938C-7B635A37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95DDC0-6339-4B18-8D04-78D78C40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6E15EB3-D3DA-43FF-B1D8-BAD4250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2C418E-D0E2-469C-9FCA-66CF5C05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2566BB5-FC5F-4C3E-895C-46369526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945DE0-167C-4EDE-9451-0A411037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47130048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49C1AE-A19F-4B62-A2A8-F8196B20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647B2-8AB9-4A7A-9E31-625E8A55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05693-C082-41F0-BCBE-A81733C4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EC2A0A7D-D97A-4529-AC3B-5052282D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7FDFFDC3-C624-4B24-8B51-FC92921A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AI-ASSISTED EXERCISE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ED1E12-875D-4CB4-B314-871ED7D1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Use AI to structure the attempt, then make humans responsible for judgment.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FCE58-277C-44BB-B9FA-B46A3632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prompt is constrained by source, assumptions, output standard, and human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FB815F-D98A-4313-895B-B24A74A9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FC502-B7B6-4453-A5BC-4D119F08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897C7-CACE-4811-BAB6-B0898D0B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E8DC50-AAD3-47B1-9D0D-4A58394E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84C1EF-0A3E-4A2E-A4C2-BA4CC603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2D8479-976C-46B2-BDE8-E84FB3E7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0960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BFC22C-DB9B-4447-951B-2B685D49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A54081-0EB2-433D-9BC5-F8A15214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PROMPT TO GIVE 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F4B36-D89A-47F6-B794-BB394B4B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5048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Assemble the 90-day pilot from prior artifacts. Include executive summary, phase plan, weekly cadence, success metrics, anti-pattern risks, stop-repair-scale criteria, and unresolved assumptions requiring human validation. Keep metrics focused on account movement and quality, not vanity activity.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35CC87-F4E6-450B-A0FD-78029537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5867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39A9F-9B10-475C-9A8A-5F2E4583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A5CFC-C517-4514-8533-5C115315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REQUIRED OUTPUT STANDARD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D21C38-514B-41C7-AA9D-8773BD2E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C61C82-B5C5-4C8D-86A7-81E2117B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4795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Clear revenue problem, focus, pilot logic, and decision request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15495D-13E0-4A8C-997E-79A55ADA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90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242116-72A4-469A-9911-93D4CE09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2420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90-day sequence with owners and outputs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6492B6-41EA-4A62-A516-4F677310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67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0722F4-A398-4E74-9E04-EA082AEE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0045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Cadence with evidence and decisions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CD6319-1D89-41E7-A64C-1CCA8178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433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24AE61-D4A7-4BED-BEFB-D77D497D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7670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Success metrics for movement, coverage, signal quality, sales use, and opportunity quality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BC9BA-077E-4F48-8C8B-D8AD06F4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3A3D05-845F-4CF3-8913-3FA0ECC8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5295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Stop, repair, scale criteria tied to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E4182C-079F-478B-B72B-EA38BB39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B2B703-03C6-4B9F-A188-055A0477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2EC511-477D-4FDB-8ED4-A986EABB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CE54BC-FCCA-45B3-B541-233B48F3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11C697-D1C3-44A1-A3AE-B9BD9246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E4C578-2E5E-4841-BF41-02DA8EE5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42353A-7E24-4397-9343-0A20E744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DFADB268-E103-4DDE-80F9-78014432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8A4AC446-53B6-430B-B936-382C6BF1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AI-ASSISTED EXERCISE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3B1205-CDC7-4D1A-98E9-C8D1C760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Use AI to structure the attempt, then make humans responsible for judgment.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841FC5-8B3B-4653-929C-25E09298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prompt is constrained by source, assumptions, output standard, and human validation.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CA439D-7FE1-43C0-8392-632DEC93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6A8FEC-2A90-466C-AB26-1C20E942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B7A95A-F175-412E-A892-202AC34F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66B5353-AB0E-4A86-8505-B527D430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75CF87-2E10-4B4F-B7E5-4CF3609A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D7C54AC-442C-4AD4-BB46-5EE20B83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A16283-25BB-471D-A6E2-B47C0A07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5468271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76993D-3493-48F9-8C9E-E139FB1F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1600F-BEB1-49E4-A826-CDFF0E9D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340F5-0736-4165-A98C-15724232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67A9ED7D-6EF4-42FA-B233-890713CE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237AE7FF-3321-4161-8906-FF9E641B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HUMAN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ED9BB-9234-48F6-89F7-C6BE8A74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AI can draft structure. Humans must repair industrial reality.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9EF76-86AE-4D12-B32C-51156E5C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FA119-BE0C-4287-B4D1-B7F1CEFA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A5FB0-A351-4712-970D-064F8B6D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4B9932-725F-41E4-ABF6-0E718022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EBB69-3EE3-4AC0-9672-6DE6E237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F4843-BBD6-4422-9A55-D902FC0A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D4EE76-CDFA-4638-910C-2A28B2C0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76771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1305F6-885B-4994-8072-54826EE3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17D28-CA2D-49CE-B5CC-7EF7B02C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REJECT OR REPAIR WHEN AI OUTPUT...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34FC47-9C5C-45FA-BF63-8F791C00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6552B-0827-4762-B5A8-6DF4A87C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vanity metrics.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34979-9ACC-4444-BB78-22A5B6E0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5EBDEB-61E0-4B32-9A69-EB16CC62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scale recommendations without proof.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9BFED7-5189-4682-8198-09280F88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2B4AAB-164B-4056-98AC-2F00750F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plans with no RevOps fields or owner model.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8A2B76-95DF-4C96-912D-9529AE5F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02EFD3-703D-4501-8B7B-FC64069D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campaign framing.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F1A50C-9E05-4870-8E7B-A86FD93A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EDC931-C4C0-49AE-9DF2-3CAE7D3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broad plans with no disqualification.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253886-E706-485C-8B8A-4FFC5003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E384BC-ED84-4028-9020-806179E4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confident summaries that hide assumptions.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77EB96-4BC9-43D8-A7D0-0C554D5F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42862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CE06DA-CAD2-4D5D-88EB-75E780B4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13C4C-4B2D-4EE0-BC02-E0A60766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QUALITY CONTROL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8BE9DB-FB8F-4B86-9938-E074745C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47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correction standard is not nicer wording. It is better industrial judgment: category specificity, proof, owner, field, SLA, cadence, and disqualification where needed.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EEC0F5-9E5D-44B4-9729-55357893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395340-951C-4C40-BEB3-E6A5AC86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8E9DED-76F0-43D5-98EE-A4CE3687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what the AI is guessing.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5E8F98-2B1F-4F98-933D-91094598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776CFB-5955-45CA-8E5B-4B695248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2F724-5F52-4F9B-B755-CBCF2C84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95ABE1-4A82-449C-9C40-9E564F32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80C671-038D-45F7-B56A-2C20E6B8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AAB80B-4FE5-4B2F-A13D-4D266F2B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872CA9-807C-4DBE-96B4-80435077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36198D2F-EF8D-43A0-B9F2-F9AF0E66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B2628C54-2AE5-4BB8-B6E6-58D50ED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HUMAN CORRECTION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325BA9-DDBB-46BA-9740-E5796996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AI can draft structure. Humans must repair industrial reality.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55F90C-B3C9-4A57-9D97-50252E93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B30A1E-D49B-4FBB-A78A-1BEAF67B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936B2A4-F6C6-4F7D-8A7F-4F06183C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96BE47-81EA-4F0B-B85F-C3F5278B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0CBBC0-D7A7-4D7F-AC48-0DDAF6E3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EDC2D8-7843-4F76-B846-84DCA52A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75AA94-97DA-4BBB-9262-1203BBA6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8E0DE0B-68DD-4ED5-A1B7-75329E9A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</p:spTree>
    <p:extLst>
      <p:ext uri="{BB962C8B-B14F-4D97-AF65-F5344CB8AC3E}">
        <p14:creationId xmlns:p14="http://schemas.microsoft.com/office/powerpoint/2010/main" val="18927417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208B1F-3B47-4BD5-B84F-703D4721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78109-8FE1-4969-9AD5-43FD49E6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1881F-F02C-45AE-BC6E-81C5183A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C932CF98-3318-49DA-839E-B6FDA560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D95EAB8F-B7B0-44DB-8D7A-F1EF5585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REVOPS TRANSLATION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CCB88F-C3F2-48DF-8B4D-15D237D5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cadence runs from boards, not memory.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8031E-CF1A-4D89-ADD7-2DC434BF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artifact must become inspectable in a field, board, owner model, or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ED33A-224B-460E-8360-9240B3AE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2F42F-08E9-4206-B5D7-62B163BD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0CE9F-5962-4D4B-A69A-D81DC55A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31254-D426-47FF-B640-23085DEE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66FC3-6077-421A-852F-4D55630E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FD8C6-0030-4423-B737-9F7E6022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82E995-CDFA-4DCB-9E67-D1CDE878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 progression 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5F751-4956-4BF0-8C3C-6573D8CE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A013F4-79B6-467E-B259-8A4D21E1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4D5C3F-A17F-45D9-A4F2-CA495883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 board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C8DE4-36F8-4062-AF35-780AB04B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97ACF7-8D24-47DA-8036-AF08D20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90D43-881F-45F0-B221-7EF89B6D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Committee coverage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9CAD6E-3E95-413C-A50C-899C8AF4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857E06-F2D9-405A-80AF-89141A68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18F316-5680-49E5-B93E-0B7D5669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Content and proof gap list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77431A-38A2-4B4E-B4BC-CD2BEC6D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B9417A-E03E-40C8-8D7F-BF459FE1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A60D7E-AF63-422D-9A1F-FB41C29C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Sales action tracker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965986-F917-4247-AFCD-F82C3837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F51D1F-0C2F-4D77-8A6A-18EEE228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E90581-9FBD-4407-96DB-005171AB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SLA tracker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1FBF82-1611-4A96-AF75-2A5B2530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634F7B-0B30-47E2-998E-E0C9E272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CD02DE-95A8-4A5C-9489-A5E8D802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Pilot learning log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4FF448-1D67-4B7E-BDB5-7979AAE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1BC4FA-5E79-4894-8D04-A4799DAF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59F472-5556-4000-BAA9-244C60AC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it cannot be tracked, it is not operational yet.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087595-B889-4712-9534-283D27DA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FA58E4-3E2D-4447-A2CD-3AB9DB89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CDEBFA-270F-4A21-988E-137DA8F9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97A938-0570-49CA-9525-B6A26F19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1725302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017536-B293-4FE3-95B3-B257013A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9C796-4539-439B-8297-372D1745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AE7248-21DA-4E34-9209-90DB2C7A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3C3B8487-C8A8-4DB3-B591-EC0507D1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4F642396-7DA2-4E0B-85AD-A59D875B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FAILURE MODES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9513A-6ABD-4635-8A61-5934CC83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77F7A-B4AF-42DB-A1EA-D4AFC76C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DD6F0-BE77-443B-97BB-6D518AD7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04C27-5D3E-41E7-BBE9-03FBE28F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EA009-BAF4-4A36-B72F-8E50B759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A34AB-8B11-4AAB-8C53-A2D806C8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BD7570-D9AB-43EA-8C39-02655FC0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86AB0-82F3-466B-BDD4-15916947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880FE2-CD2F-4D01-8077-0CA3400E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CCC175-4422-4081-BF71-783DB3F8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240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Failure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1C17E4-D378-4174-933B-F2F15313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looks like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FC613-A4FA-41E1-BD34-D85E76AE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41951-E2C3-45EE-B4C2-3CE0D5B0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2098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1D3D26-DFB1-448C-A871-7A01C66B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Reporting meeting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CCF39-E071-476C-874A-051F8958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81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Numbers reviewed without decisions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F8ACF1-3D4F-4E56-AE5B-21646B6F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Require decision rule and owner per item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CC534E-872E-4F40-87F0-097A5C52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CC29E3-6D10-4191-83F2-2441F6F5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01C68E-6076-4C6B-8083-394BC60F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Vanity success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37F7E5-FCEF-481B-B329-512EBB3C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Impressions or MQLs celebrated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03049B-DDE6-42E3-B072-F7EFE494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Measure movement and quality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7340F7-0A50-46CB-B6A2-B6955598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6576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37312D-C11C-478F-AA24-7576970E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Sales disconnected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4EDDF0-E589-41FA-BC61-4AACCD33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290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Sales does not use content or signals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FE261D-1D15-41EF-858B-E455E8E2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290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Define sales role and weekly commitments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D87278-8695-4919-877F-0A6D3C47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2FE8A7-72D0-46A0-84FB-078BD20C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63970C-9A3A-4F1A-8025-5197AD69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Premature scale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559739-E0F5-4F6C-BFA6-3D839461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52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Leadership expands before proof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BFFC2A-3118-4904-B99F-F82E5EB4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Use stop, repair, scale criteria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30E4B2-6FB6-4399-8DC8-58FF3C59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F6EC90-B399-4BCB-B610-258DF41B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6F44C5-1E11-46C9-861C-3945F65B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3569F3-8EB1-4189-9030-18FFD7CB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70944-57ED-4F6F-9170-A409BA3F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635649-37B3-4BA3-BBE4-A3C275B8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36E2F1-724E-4E5F-A965-C4366036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5A224095-0FE4-43DC-862E-59B1A22A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270D0130-180B-466E-BC1D-17505897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FAILURE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D9A002-7E90-4808-8649-1A5119B9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AB1E57-BB37-4DD3-B166-9ABDAFB5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A81EFB-BAAF-411A-A306-B3501FBE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86FB78-4F05-44DE-8E3D-17E37593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BFDBA1-C31F-4814-80AB-E88038EF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99C4D5-A56B-47CC-A196-072B16AE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E8F30E-82E7-4D45-A656-0C00DDBF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E1A18-8F52-4475-881C-D7AE3A6F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839B7BC-8AA6-46DC-854C-F6DD415C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7927628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E38D82-B5A5-4B4B-9CDC-58F6588C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25C73-DC66-443A-935E-8421E234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C5FDC-9D20-49B4-9C2F-652C1CFA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0B49AFEC-6039-47B9-9A41-6249453A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EEDC783F-CACC-479E-BBCD-CF742C53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FINAL ARTIFACT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08159-E166-48C9-9712-5E116751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25503-2642-43B9-86D4-F85B5720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01B37-BF5B-417B-9F80-7C9B52FC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053A6-BD48-4B6C-89B6-36D3A9B0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05AB8-7EFE-465C-8A5C-4A6BBA37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80735-9CF3-42E4-8687-5E98FBFD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5D09F-4618-4C1B-A6C3-0FE7868A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10B04-8374-43AA-8C09-20A762FA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8199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6F10F-6001-4A3A-B51C-CAADC74F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00CBC-DE58-4073-B4EB-273CCE90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ARTIFACT CHECKLIST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33748-6C7B-49A6-B112-5157EC25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E1C5D7-598E-43C9-A438-1D5F7C5E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ICP definition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178AC2-B976-4AC6-80C5-AF503AEE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BFFD0-17F9-4BDE-B3FA-506B6A4E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Buying committee map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89C5C0-708F-48E3-A859-989A19C6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5A190B-43CD-4AA1-B08A-7EA711D9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MOIN grid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647427-1C45-490A-A8E3-45A792A6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12151-AA3C-449C-81CD-9F685A3D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Content 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8510C3-B3F3-4A75-810F-7F3CDE71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C5C6E1-5F47-480E-B6BD-619CCC98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Distribution plan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F611E9-FB54-4CA1-B717-2B6EF81C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EA2317-CB06-43E4-B114-1B3EA475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Signal-routing rules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A3F05-CE2C-4D9D-85FA-FB0B2A2D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7C1C73-5A4B-41B9-8542-150040FC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Weekly cadence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77CDB0-997D-4B8D-A21F-939BA3F0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580F64-C6AC-4E99-902E-FB006F6B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764B39-FF8F-4FDA-8AFA-98ADFC97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974B23-B824-4402-8F2B-D0D04482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195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Anti-pattern risks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1E1B48-404D-4ED2-88FC-BDA87A7E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5B72AD-967A-484D-8DED-F5860774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767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Executive summary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33AC15-2BC4-4843-B7EA-A5E2EF95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51435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AFBE53-E746-4278-BA9E-C1929FFC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431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9C5DBE-F543-434B-9672-8112F379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COMPLETION STANDARD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2067C6-BC17-45AE-BE99-B08E3C7F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3429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artifact passes only if sales, marketing, RevOps, leadership, and an AI agent could inspect it and know what to do next.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65B7F9-E9E4-47BA-9FEE-E4C60BD5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If it could be used unchanged by a generic SaaS company, it fails.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886E33-5320-4586-9BDC-01D7FBA0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900609-1EC8-4347-B0CB-E4A80EA4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A2A510-6918-42C3-A712-AE26D913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377C2A-FCBD-4E51-B507-8F6F17CC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059A96-1C73-4D41-90E9-E1487A93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498A30-995B-4BA6-AAC3-425B961B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5FD239-C2BD-4F2E-B1AA-3EFB9570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36D8BEA5-9157-49ED-816B-D90F5E75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1800312F-7AF0-4FF1-B411-09866833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FINAL ARTIFACT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38435E-3ADB-4D3F-BC11-E7AC0306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12E4DC8-F4D9-4C31-87EB-A75A9611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57D203-2865-467A-A9E0-77DC05DC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464EDF-0FE8-43C9-BE6C-846A0675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FDA9EE-91E5-4381-893C-91DF19DE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B0576DF-80C7-4309-8463-705E762D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0F4985-47DE-48B0-A756-35A3460A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3CADDA2-C015-453B-AE6C-7506A33A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73EB8D7-75E3-439F-A97D-10D1B844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135597695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CFEC91-6CEB-48C1-A477-91CD1256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719C3-6FBC-4F01-B657-0922EF4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B8542C-AD97-4011-8C5C-9BAD7910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0A224AAD-167F-433B-84B5-591CAAD3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6D56F67E-F716-4DAC-A823-AA1AFC34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08 / TRANSITION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C51F3-27E6-4CCE-BCFF-6EEDF6C0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38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Carry forward: Weekly cadence and 90-day pilot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DA0BA-5322-493D-87EF-8BD7EA15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723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78E29-B806-4806-B776-6A28B75C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9E0FC-E82C-418D-AF61-7CEA83B1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BRIDGE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78DD25-F640-4DAD-BBAD-FDC13A5B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609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lesson sequence ends where field implementation begins: an executive sponsor can now approve, repair, or reject the pilot from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BDAE6-83C7-4462-BC93-C2855DCC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257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8C4C3-E8AC-4E0C-B7E5-A209E287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1EBF6C-6C8F-473A-8479-5350F95D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25F5F-FFC2-4FB4-AD45-C450EB5A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Capstone review and field implementation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0A0E1-F704-4C7D-B999-C35CF7B2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109156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641DA-D7FA-4472-BD7A-1BAEE80D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Recurring instructor check: sales impact / signal / RevOps field / buyer content / AI risk / industrial failure mode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9AF04-EE19-4F74-89F1-3B597BC9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3130B7-D442-4A12-8C6E-7B40E89E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08 - Measurement, Cadence, And 90-Day Pilot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4CD86F-DBC9-4D64-8880-E80E45BD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modules/module-01-industrial-demand-generation/lessons/08-measurement-cadence-and-90-day-pilot.md @ 9e28222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DF90D-380D-4882-A37F-C5916DB0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12189651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2026-05-16T17:00:49.2760000Z</dcterms:created>
  <dcterms:modified xsi:type="dcterms:W3CDTF">2026-05-16T17:00:49.2770000Z</dcterms:modified>
</coreProperties>
</file>