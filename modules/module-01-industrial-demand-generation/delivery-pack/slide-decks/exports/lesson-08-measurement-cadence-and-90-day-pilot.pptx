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6943c628d455a" /><Relationship Type="http://schemas.openxmlformats.org/officeDocument/2006/relationships/extended-properties" Target="/docProps/app.xml" Id="Rc3c1e71029b54d95" /><Relationship Type="http://schemas.openxmlformats.org/officeDocument/2006/relationships/officeDocument" Target="/ppt/presentation.xml" Id="R54ef7562bfe141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f681ec51524dd4"/>
  </p:sldMasterIdLst>
  <p:notesMasterIdLst>
    <p:notesMasterId xmlns:r="http://schemas.openxmlformats.org/officeDocument/2006/relationships" r:id="Rbf18ac5c011a4008"/>
  </p:notesMasterIdLst>
  <p:sldIdLst>
    <p:sldId xmlns:r="http://schemas.openxmlformats.org/officeDocument/2006/relationships" id="256" r:id="R0e25f56c69c7405a"/>
    <p:sldId xmlns:r="http://schemas.openxmlformats.org/officeDocument/2006/relationships" id="257" r:id="Rcaf28f70dfda4338"/>
    <p:sldId xmlns:r="http://schemas.openxmlformats.org/officeDocument/2006/relationships" id="258" r:id="Rbbbd387b2b5c4a03"/>
    <p:sldId xmlns:r="http://schemas.openxmlformats.org/officeDocument/2006/relationships" id="259" r:id="Re4cc640e355d49de"/>
    <p:sldId xmlns:r="http://schemas.openxmlformats.org/officeDocument/2006/relationships" id="260" r:id="Rb154b7947d0e4971"/>
    <p:sldId xmlns:r="http://schemas.openxmlformats.org/officeDocument/2006/relationships" id="261" r:id="R30e8e7dddd9a4d6f"/>
    <p:sldId xmlns:r="http://schemas.openxmlformats.org/officeDocument/2006/relationships" id="262" r:id="Rfe571a3d04f04170"/>
    <p:sldId xmlns:r="http://schemas.openxmlformats.org/officeDocument/2006/relationships" id="263" r:id="R26749eb7e3904c4d"/>
    <p:sldId xmlns:r="http://schemas.openxmlformats.org/officeDocument/2006/relationships" id="264" r:id="R4ef6fde977a449e6"/>
    <p:sldId xmlns:r="http://schemas.openxmlformats.org/officeDocument/2006/relationships" id="265" r:id="R9d6b4bb7394644ce"/>
    <p:sldId xmlns:r="http://schemas.openxmlformats.org/officeDocument/2006/relationships" id="266" r:id="R2399adbff8ae4878"/>
    <p:sldId xmlns:r="http://schemas.openxmlformats.org/officeDocument/2006/relationships" id="267" r:id="R1bdfed826423494b"/>
    <p:sldId xmlns:r="http://schemas.openxmlformats.org/officeDocument/2006/relationships" id="268" r:id="R79bd1d86e5e0474f"/>
    <p:sldId xmlns:r="http://schemas.openxmlformats.org/officeDocument/2006/relationships" id="269" r:id="R85587f3783ea4c19"/>
    <p:sldId xmlns:r="http://schemas.openxmlformats.org/officeDocument/2006/relationships" id="270" r:id="R7cc98ffd9de94e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681ec51524dd4" /><Relationship Type="http://schemas.openxmlformats.org/officeDocument/2006/relationships/theme" Target="/ppt/theme/theme1.xml" Id="R941abd33c6d140b2" /><Relationship Type="http://schemas.openxmlformats.org/officeDocument/2006/relationships/notesMaster" Target="/ppt/notesMasters/notesMaster1.xml" Id="Rbf18ac5c011a4008" /><Relationship Type="http://schemas.openxmlformats.org/officeDocument/2006/relationships/presProps" Target="/ppt/presProps.xml" Id="Ra190474cb2f1402a" /><Relationship Type="http://schemas.openxmlformats.org/officeDocument/2006/relationships/viewProps" Target="/ppt/viewProps.xml" Id="R3dae58d948a34908" /><Relationship Type="http://schemas.openxmlformats.org/officeDocument/2006/relationships/tableStyles" Target="/ppt/tableStyles.xml" Id="R592b89a07d364db1" /><Relationship Type="http://schemas.openxmlformats.org/officeDocument/2006/relationships/slide" Target="/ppt/slides/slide1.xml" Id="R0e25f56c69c7405a" /><Relationship Type="http://schemas.openxmlformats.org/officeDocument/2006/relationships/slide" Target="/ppt/slides/slide2.xml" Id="Rcaf28f70dfda4338" /><Relationship Type="http://schemas.openxmlformats.org/officeDocument/2006/relationships/slide" Target="/ppt/slides/slide3.xml" Id="Rbbbd387b2b5c4a03" /><Relationship Type="http://schemas.openxmlformats.org/officeDocument/2006/relationships/slide" Target="/ppt/slides/slide4.xml" Id="Re4cc640e355d49de" /><Relationship Type="http://schemas.openxmlformats.org/officeDocument/2006/relationships/slide" Target="/ppt/slides/slide5.xml" Id="Rb154b7947d0e4971" /><Relationship Type="http://schemas.openxmlformats.org/officeDocument/2006/relationships/slide" Target="/ppt/slides/slide6.xml" Id="R30e8e7dddd9a4d6f" /><Relationship Type="http://schemas.openxmlformats.org/officeDocument/2006/relationships/slide" Target="/ppt/slides/slide7.xml" Id="Rfe571a3d04f04170" /><Relationship Type="http://schemas.openxmlformats.org/officeDocument/2006/relationships/slide" Target="/ppt/slides/slide8.xml" Id="R26749eb7e3904c4d" /><Relationship Type="http://schemas.openxmlformats.org/officeDocument/2006/relationships/slide" Target="/ppt/slides/slide9.xml" Id="R4ef6fde977a449e6" /><Relationship Type="http://schemas.openxmlformats.org/officeDocument/2006/relationships/slide" Target="/ppt/slides/slide10.xml" Id="R9d6b4bb7394644ce" /><Relationship Type="http://schemas.openxmlformats.org/officeDocument/2006/relationships/slide" Target="/ppt/slides/slide11.xml" Id="R2399adbff8ae4878" /><Relationship Type="http://schemas.openxmlformats.org/officeDocument/2006/relationships/slide" Target="/ppt/slides/slide12.xml" Id="R1bdfed826423494b" /><Relationship Type="http://schemas.openxmlformats.org/officeDocument/2006/relationships/slide" Target="/ppt/slides/slide13.xml" Id="R79bd1d86e5e0474f" /><Relationship Type="http://schemas.openxmlformats.org/officeDocument/2006/relationships/slide" Target="/ppt/slides/slide14.xml" Id="R85587f3783ea4c19" /><Relationship Type="http://schemas.openxmlformats.org/officeDocument/2006/relationships/slide" Target="/ppt/slides/slide15.xml" Id="R7cc98ffd9de9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9687745ffb4c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5d6e1597bf4e01" /><Relationship Type="http://schemas.openxmlformats.org/officeDocument/2006/relationships/notesMaster" Target="/ppt/notesMasters/notesMaster1.xml" Id="Rdbcbc121fac2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be26532c394122" /><Relationship Type="http://schemas.openxmlformats.org/officeDocument/2006/relationships/notesMaster" Target="/ppt/notesMasters/notesMaster1.xml" Id="R676f4f9462b24a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8f0ce75874899" /><Relationship Type="http://schemas.openxmlformats.org/officeDocument/2006/relationships/notesMaster" Target="/ppt/notesMasters/notesMaster1.xml" Id="Rdec5bb9eb0a544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a4da947be44b71" /><Relationship Type="http://schemas.openxmlformats.org/officeDocument/2006/relationships/notesMaster" Target="/ppt/notesMasters/notesMaster1.xml" Id="R259f36db538141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882b169bb54581" /><Relationship Type="http://schemas.openxmlformats.org/officeDocument/2006/relationships/notesMaster" Target="/ppt/notesMasters/notesMaster1.xml" Id="R4419713dae8243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5dd5ec7179478d" /><Relationship Type="http://schemas.openxmlformats.org/officeDocument/2006/relationships/notesMaster" Target="/ppt/notesMasters/notesMaster1.xml" Id="R25a8825580f94e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61630f50e9474f" /><Relationship Type="http://schemas.openxmlformats.org/officeDocument/2006/relationships/notesMaster" Target="/ppt/notesMasters/notesMaster1.xml" Id="Rf05be379614e49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c283c29fdf4ca3" /><Relationship Type="http://schemas.openxmlformats.org/officeDocument/2006/relationships/notesMaster" Target="/ppt/notesMasters/notesMaster1.xml" Id="Rb3433f440c794d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5bf769ddbf4516" /><Relationship Type="http://schemas.openxmlformats.org/officeDocument/2006/relationships/notesMaster" Target="/ppt/notesMasters/notesMaster1.xml" Id="R3c83839c261b43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262610b6aa45db" /><Relationship Type="http://schemas.openxmlformats.org/officeDocument/2006/relationships/notesMaster" Target="/ppt/notesMasters/notesMaster1.xml" Id="R8374ea0ad89e4b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eb41ff9970410e" /><Relationship Type="http://schemas.openxmlformats.org/officeDocument/2006/relationships/notesMaster" Target="/ppt/notesMasters/notesMaster1.xml" Id="Re26d5a7083be42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49686d7df64458" /><Relationship Type="http://schemas.openxmlformats.org/officeDocument/2006/relationships/notesMaster" Target="/ppt/notesMasters/notesMaster1.xml" Id="Rc3fbb1b4f17f4e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2421fee550452c" /><Relationship Type="http://schemas.openxmlformats.org/officeDocument/2006/relationships/notesMaster" Target="/ppt/notesMasters/notesMaster1.xml" Id="Rb98d35528ee646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25b6261b194c52" /><Relationship Type="http://schemas.openxmlformats.org/officeDocument/2006/relationships/notesMaster" Target="/ppt/notesMasters/notesMaster1.xml" Id="R14431560a84b42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c81658d1cc4817" /><Relationship Type="http://schemas.openxmlformats.org/officeDocument/2006/relationships/notesMaster" Target="/ppt/notesMasters/notesMaster1.xml" Id="Re4e92d2326a1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ed298f6b49b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1e589dae2c4661" /><Relationship Type="http://schemas.openxmlformats.org/officeDocument/2006/relationships/slideLayout" Target="/ppt/slideLayouts/slideLayout2.xml" Id="R26affb0d9e39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affb0d9e39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4dbc7c7e49471b" /><Relationship Type="http://schemas.openxmlformats.org/officeDocument/2006/relationships/notesSlide" Target="/ppt/notesSlides/notesSlide1.xml" Id="Red8df686740b46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cd901542a41d1" /><Relationship Type="http://schemas.openxmlformats.org/officeDocument/2006/relationships/notesSlide" Target="/ppt/notesSlides/notesSlide2.xml" Id="Rcc67d9cc551348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ab180b8826487c" /><Relationship Type="http://schemas.openxmlformats.org/officeDocument/2006/relationships/notesSlide" Target="/ppt/notesSlides/notesSlide3.xml" Id="R7434ee78c6e9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4f983da3624118" /><Relationship Type="http://schemas.openxmlformats.org/officeDocument/2006/relationships/notesSlide" Target="/ppt/notesSlides/notesSlide4.xml" Id="R7814abce76314e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82930615945fa" /><Relationship Type="http://schemas.openxmlformats.org/officeDocument/2006/relationships/notesSlide" Target="/ppt/notesSlides/notesSlide5.xml" Id="R1ec8f2325cef4d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c229105c954d0b" /><Relationship Type="http://schemas.openxmlformats.org/officeDocument/2006/relationships/notesSlide" Target="/ppt/notesSlides/notesSlide6.xml" Id="R73ec505775bf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430da7f2b4c15" /><Relationship Type="http://schemas.openxmlformats.org/officeDocument/2006/relationships/notesSlide" Target="/ppt/notesSlides/notesSlide7.xml" Id="R194b815666224f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157f7d9a34f88" /><Relationship Type="http://schemas.openxmlformats.org/officeDocument/2006/relationships/notesSlide" Target="/ppt/notesSlides/notesSlide8.xml" Id="R211eb080c7da42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2fa18fab814688" /><Relationship Type="http://schemas.openxmlformats.org/officeDocument/2006/relationships/notesSlide" Target="/ppt/notesSlides/notesSlide9.xml" Id="R3203b971dff345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fa585b6cae40e5" /><Relationship Type="http://schemas.openxmlformats.org/officeDocument/2006/relationships/notesSlide" Target="/ppt/notesSlides/notesSlide10.xml" Id="R53aae573b94743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6822f1c3041fe" /><Relationship Type="http://schemas.openxmlformats.org/officeDocument/2006/relationships/notesSlide" Target="/ppt/notesSlides/notesSlide11.xml" Id="R43c7ada065f646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0370d19ba449d" /><Relationship Type="http://schemas.openxmlformats.org/officeDocument/2006/relationships/notesSlide" Target="/ppt/notesSlides/notesSlide12.xml" Id="R763459ca58d648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611ab1b004c34" /><Relationship Type="http://schemas.openxmlformats.org/officeDocument/2006/relationships/notesSlide" Target="/ppt/notesSlides/notesSlide13.xml" Id="Rf3713ec1c6644e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1d123e48a450a" /><Relationship Type="http://schemas.openxmlformats.org/officeDocument/2006/relationships/notesSlide" Target="/ppt/notesSlides/notesSlide14.xml" Id="Rf23764d4a9034e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0c949daf845b3" /><Relationship Type="http://schemas.openxmlformats.org/officeDocument/2006/relationships/notesSlide" Target="/ppt/notesSlides/notesSlide15.xml" Id="Rdd59554c8eb948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A8EA9-CDA3-42F6-893B-6C54DDF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118AC-C46F-461E-88C6-E8E255D9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03C41-1B29-454A-ADC3-2EE185D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D253EF3A-B1B5-4D9B-AE7F-81BF204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0016EF5B-0B28-4ACB-B5BD-28B05DE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INSTRUCTOR PROJECTION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CCCE-E7B7-4A23-A5E9-410B832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Measurement, Cadence, And 90-Day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49D30-AA0E-4E1F-881B-844904A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Demand Generation / Live workshop projection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A0B1A-FE48-4FD2-A951-3A53B04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DCE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01395-F04F-46A0-92BE-FEDFD5C9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26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5E08D-6E35-4C66-BE9D-83F22F8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F0DF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8D274-8976-4C10-BA5B-8E48EEF2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Instructor-led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2C52A-7BC4-43AE-BBE4-70A22B30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E4E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B306-C8B8-48CF-B498-5483F409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813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Artifact-first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1DE49-4BFF-4A4A-8531-9402840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333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A6965-24DA-44E4-BEE5-802935CC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0B35E-05E4-404A-9D8D-94CF8FA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A1AAB-D61B-401C-8605-24ABA06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Weekly cadence and 90-day pilot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8F43D-F935-4A49-AF08-A9C2D1A9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66249-5B85-4EFE-BB60-7AA79604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WORKSHOP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43AF5-AAA9-4865-A17F-5D8A057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Teach the operating decision, run the diagnostic, then force a usable artifact. The slide is a teaching cue, not the handout.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28AA7-0C88-4F5E-B336-1FA6B2BC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7DCFC-A2D1-4A1F-BA8A-D444AB1B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E1EC5-3155-484F-976F-A17AA35E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9e28222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0C861-7BF6-4AC0-89E9-0B05E94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A7210-6DE1-42AF-931E-DB80F56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B71A4-38B5-44F2-A3F8-A236FFE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F7604-1197-4947-94D0-74EB2A1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2106060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95690-F6A7-48F3-B247-D40CFF92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56894-90E1-47C2-9366-50E11C55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C091C-D5F2-4512-82F7-8EE060CA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C050BFE-FF22-4AFE-A180-B17B190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E238406-3B10-4832-AABD-884409C3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LESSON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0CFC6-0842-4A5C-89D4-8D218FB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promise is an operating capability, not a concept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54AA1-8E74-44DF-90A5-B9B00D7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set the standard for the artifact learners must produce.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16FE7-8B54-4F2E-97A7-7F94E31E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21728-20F1-49CA-AD74-21AD0452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B3AEE-C34F-4304-BC27-2C6E8BAB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47E60-0C70-4143-8D3F-C53EC2A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7F895-B2BF-4369-9E9D-13518DA9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AFE76-9D19-4CE9-BBF4-D0476A1D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Assemble prior artifacts into a 90-day Industrial Demand Generation Pilot and define the weekly revenue cadence that keeps sales, marketing, RevOps, leadership, and technical teams aligned.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B53C9-9C55-4362-9C98-3974EFB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99132-25CC-4BCF-A0BD-5F7922D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 weekly cadence model and pilot plan with success metrics, owners, evidence, and stop, repair, scale criteria.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E39CB-3C09-4F84-93CA-08C6ED4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248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BA3F1-6EF7-4E0E-9A43-C1F7AF8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2C1E9-1D11-456D-851A-2809502B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A4659-2B67-457B-8482-0F0E411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3FA74-7E70-41FB-B044-7039585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for evidence before opinion.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C617C-DCCE-4A1C-A11B-E1DD7B89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C5D9F-315E-4240-B5E5-CF33C9F2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workbook for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EFC7-A3DB-4174-A9A0-D2B7403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FCBB5-C90A-4120-B979-F60DF46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first drafts subordinate to human correction.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A0D4C-2129-4A57-BBD8-FB9899E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E60C1-DA9C-46AC-A6D0-9DC79EF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accept generic SaaS or lead-gen answers.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0DE83-BC7C-4E9B-B84C-54A1CC8A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7A282C-39E9-43E8-9A96-66BB6AD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458FC-0A78-4AB0-AA7D-0A5EEEB7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EB435-58E2-4AAC-8447-8EF76ED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1449426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73ED6A-7580-4533-8724-D414BF33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FB198-1017-4781-B330-23A8E84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DC3D7-7FDD-4D95-BFA9-311DE17B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03940B5-6807-4A3E-AABA-16AAB493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E362A5A-1010-483E-89DA-80DCEBC8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C8F1D-5FB2-40BC-A90F-B4BF470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GTM punishes shallow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69402-3696-451D-8C8B-942C2C15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instructor should tie every point back to long-cycle risk, committee proof, and trusted circulation.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ED0BD-40E1-4274-95B6-A1C9203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E3051-0509-4DA1-80E6-622EB3EA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383B3-C630-4282-9A5C-8DB4BCF1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97DB0-6D52-4BAE-8020-E4CD5CE1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258A5-BE28-4D67-89E2-3AB1533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EE0BE-2187-427E-AEB9-6918266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0CD91-CB0A-43AA-B3ED-A6B1855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2C440-B837-4340-9D9D-796C4879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25527-348E-4160-888E-70A192B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demand generation becomes real only when the team inspects account movement every week.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F6B14-408B-4491-B24D-E8502E5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70611-5955-419F-BB54-12B92B1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Revenue may not close inside 90 days, but the pilot can still prove movement, committee coverage, signal...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28A20-A7A5-4EFE-B79F-B78119F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EB1B0-D82B-4572-9F8E-3A45FDF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Cadence is not reporting. It is a decision rhythm.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1F9B9-55D7-4A49-94F5-16F5435B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DC2C0-10A5-4A23-A085-3E570DD4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pilot must be narrow enough to learn before leadership decides to stop, repair, or scale.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834E1-7A04-4590-AD2F-0EDF410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5A83D-B0FF-4372-9F06-938ACBD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B5FCE-321E-4F8E-8E0A-13C93433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FF13B-AAEB-4DE5-B636-F46A241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01772-E3B3-42F7-A997-6000FEB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4FD07-4571-45B4-B8C7-E3787F5D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activity to account movement.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D0B36-5125-4AC6-9E8C-AE0240C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F1F81-D7FC-4A19-8046-0F7FEEA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F4D92-8317-4B12-874E-86BA176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one persona to committee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353D8A-A338-4AD1-816F-52F1F0B0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249F7A-7E99-491E-B85E-DDA7D02C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5362E-DBA3-4D4D-8DD8-5B7EF30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content volume to buyer uncertainty.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B19F83-598B-46E1-9C7E-26CB04D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79D6E-FFE9-41D0-BAE2-3F3DA79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5C659C-005E-4693-876A-3186302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engagement scoring to signal interpretation.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204F27-53C7-4494-8454-93079CD6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C41BBA-66ED-4A35-BE54-F79D9339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86D8F6-7CC5-47D3-B70B-DC7CC518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reporting to weekly operating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DAAB77-8B28-4110-8151-623662F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39EFD1-4D31-4741-B676-158FBEB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8CA890-73D5-435E-AEBA-D10C3D72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100FB1-989E-46C1-A5FE-FB148FCA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8308713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3154D-8AC1-449B-BFC7-C7262E0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92479-3DD6-422F-8D26-8F2530E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41D1B-54A9-4BBC-9A10-4EBE0AC3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C75D0A6-745B-43D9-9E43-19BA76FC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4E79A6D-F7E8-49D1-B311-4BB07896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CORE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39B97-B828-4ABC-92BB-B60745D7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Measure movement, not volume.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DFD9E-E450-46A4-BE94-7F7C9E08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05254-2349-4B9C-AA1E-304D5D69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0D69F-B814-4960-9ABA-B4FDB2A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E2F11-A9FA-498A-BF20-F7965E82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25DEF-DE6E-4A5E-9414-51208E7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3D8FF-5815-423A-BA6F-4F888A8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9BD22-9F14-49F9-B337-77717A86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3FB6D-5E6D-493C-875F-DB0EE57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ABF22-9A32-4CE0-8DF1-CE4750B4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NATIVE OPERATING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8A32F-B66B-46CA-B23F-F880C51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D1215-6807-4365-89C1-F6661C7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9F927-6410-411B-BF0B-765A30E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5E825-40F8-41BC-B75E-B738C656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Target-account reach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B3769-6995-46AB-A9FB-B4085AE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E3C04-6048-4AF1-9365-C4A290A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A63BF-FB2A-4286-B1AF-66D1478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5A9A7-EC0E-4868-9B6B-C80CE40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3A06E-E3BE-4420-9723-64E69435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Engaged accounts by demand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C66BD-1B72-4E89-8882-2EF36736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408C9-9DE4-4627-AFBE-693C082A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86D27-F81E-4E8D-96B6-6B29AEF7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5D025-F7A6-4073-9254-4001BF41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37778C-09AA-48D1-9817-D8003450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Repeat engagement from ICP accounts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E2A2B-6082-4C05-A1CC-A9F0A7C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5A7344-830E-4C4B-A8F1-8D0DDF0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AD88AC-B607-477C-A72D-245E129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2F953-45C7-44BC-B520-E3AF37D7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C3F978-E92E-4F0D-8A4A-98B325D1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Buying committee roles engaged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D65D3-64AA-4F64-83A5-247BD93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F3C39-1F93-4E57-976A-6D5A88B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31725-2134-441D-B786-5E962FA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DC0BA3-9842-4314-961B-3855050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Future Pipeline and Active Focus accounts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803784-970D-4D20-9CA8-4351DEED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EFC483-402C-4EC8-8554-437B06A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D45BDD-E607-4909-94B8-53996427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E87F47-6AF1-4347-BBB9-8E641B6D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34B459-935E-4503-AEAC-7B91754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Strong signals routed within SLA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3A2D6E-F035-4548-A914-5648C35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ECAE20-3032-44F3-AA86-405D3A51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8DAAEE-5E5B-443F-8AC6-3907020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A04E7D-E1E8-4B2F-9C31-2C02BA42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B34F7D-10B1-4F25-92CE-2C264C5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conversations created by useful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1C427E-D9F8-4710-A4D7-FE6957F6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5705F8-8E5A-4E33-9230-8C88D958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Flowchart companion: assets/flowcharts/10-weekly-revenue-cadence.svg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FAA841-DC04-4AF8-B37D-AE97A8B9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47497E-E23A-4918-AE91-4129612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D797CF-993F-46CB-AE53-41DBD2B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D43B8D-4820-4BD5-823E-22C55A2D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7D5AE7-D963-4E75-8167-17460E3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E68A39-CCE4-4BB8-8AE8-70A4A23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FE7CFB-FDC2-46EA-AD0D-020649E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1762AEF-32D9-40DD-8FE1-FA745968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348D6081-86EA-477C-A6A6-4BAC826F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CORE FRAMEWORK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2D11A5-73D9-40E9-B209-C684F2D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Measure movement, not volume.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339ECF-A7C9-4733-AD07-18A3FF0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BFB9E4-6A26-40B3-9138-76E42288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9E38DF-4B7B-40BF-9800-1BA8A5B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8596CC-2B4E-40DC-A374-4C7403A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9B167F-04BD-4760-8A64-03A6E673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8C981A-92AB-4A31-9015-D2FBD59F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F14036-B191-4257-9DB9-369C88B1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370B3B-3D27-46AB-83D8-B84E7D7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9960603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716AE-319C-46C6-A27D-9933ABF5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72BAC-F9A4-4F6F-A8B5-7F8857E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B3B6A-9DB2-4E92-BDAE-1BE36BE2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815D3D61-F50C-4445-A9D6-40A41045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6F6AFD8-EE0A-4F65-82C0-FEBD880C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EE36B-3B69-4588-9E1E-6944662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weekly meeting makes decisions from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C215F-93E0-449F-88FB-C6114E4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Keep this slide conversational: make learners say what would change in their current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7048D-2DB0-407F-962D-6AB94DE1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A0395-F0B9-4A85-9C3C-172B65F1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B57D2-F66C-4C3E-ACCB-C8F1FE54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4FEA2-4F28-449D-BFD6-9DC1E9BB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41164-F6DC-4F7B-9FF0-97DCB0B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C3969-2DE3-444A-BDFA-B8A850F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6B302-BC4C-42F3-8E3E-6996F4E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rPr>
              <a:t>Progression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9D98B-31D7-4BE0-A49E-0844230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accounts moved state, and why?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C3379-8A3E-4F82-ADB7-797AFB9C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75FA9-59AE-4C5A-A2D4-CD4FE2A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05301-5473-43A2-A811-D3B9D8EF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rPr>
              <a:t>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C607C-54B8-45AB-B7DD-1731DA3D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new signals need owner, SLA, or downgrade?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A447E-3B62-4F31-8F93-FD67907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2A9E6-A32C-414E-8C80-D7C0840D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0A925-DB1C-4AD6-994D-036063BE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rPr>
              <a:t>Proof gaps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2737C-6A0F-4F10-8C8B-1254426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role or objection is blocking movement?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93B61-091C-4E4D-A052-AB3D2910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288BF-53C2-4503-8B83-0557A7D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9A29A-581B-484C-995C-B1A3F67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Next commitments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527E0-37D9-456B-AAE2-7A151ACF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will be built, routed, repaired, or disqualified this week?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57849-D6F0-4121-9B7C-8E17B057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69006-4C48-417E-BE8C-97949DF1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106716-9242-4F9A-9153-E2C40213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which box is weakest in your current category?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90A2A-4BD1-470C-AFA3-A5A18F2C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993FCA-BB1F-4FCC-8C51-C018BEF3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276339-D7F8-4B6F-AAEC-A68379C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AD557-44C7-449B-827E-EFCF3380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14386861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A396E-EA4F-45D9-9D69-A9F09AB9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4644C-8718-4F28-8B84-9EB5785D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B2624-D86B-4DB4-95FD-A1141CA2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B2CC41E-C70C-4AD0-8CC1-258845A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B0EAAEE5-EF95-4C38-B443-421FB58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COMPOSITE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E07B8-6649-48D9-8A22-0E687876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calibration and validation services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BDE23-48C1-4B8E-8B09-1F8FBCD2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8661C-23DE-4399-8327-CD11B15C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F6B00-76EE-4880-B578-6187FC52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68511-CAD1-43DD-933A-8E28FD96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04862-5157-4D85-B05C-67184AE6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B3B1F-92EB-40D2-92EE-1961808E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64215-81E2-4DAE-82C8-9ECD1431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E0B26-A492-4379-93AB-EDF9385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41224-AB08-41CD-9DD0-9D9F0534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PATTERN AND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D0227-C015-46EC-BC65-6463E12E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B5A94-AE1B-4482-A558-6271721A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pilot targets regulated manufacturers with audit or validation triggers.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A4D56-F92F-4A79-9113-FC0F908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9619C-C1F9-459B-8E24-13043EB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Revenue may not close in 90 days, so the team inspects reach, quality and validation roles engaged, audit-window signals,...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31A04-560F-4E21-96D5-24570619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CB324-FC4E-4967-ABA5-C7427BE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pilot succeeds if a repeatable motion is visible from education to signal routing to owner action to consultation,...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28BB3-B62C-47FB-A5E5-A1C8992E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40A5D-7F5C-4127-B160-C00A05D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64515-D5ED-404F-B2CA-8ADE1FD3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C9DDA-BDB2-4E56-BD24-2D27749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6929A-1E86-40EF-A94B-02150FE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F145B-DAD4-45F0-9AF7-78C8158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911DA-DF60-4ABD-8AC4-E0A9D772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17C24E40-22F4-4DEC-BBA5-B2E8A425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80EE816-E33E-4FEA-89E6-EFC1D3D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COMPOSITE 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F31F13-2D10-4FAC-9296-D695CED5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calibration and validation services provider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25BE19-4EA1-4A14-A24C-1B85648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EB3EA8-9FC4-472B-8118-3242905A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A5E2E0-7BBB-471F-A2E0-7D8DC6B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293515-8DE1-4E78-AE7D-7C90FBC8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D6FDD-6F90-473A-9B78-3490C64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6D80C-5BCB-464C-BD46-DABFEAC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60967-9637-476D-A2AF-547033F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19D695-B202-467B-B5A9-CD62BE7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1521284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867F0-E74E-4EB2-8862-71857CBC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F9740-C397-4976-8291-36111B67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9E1AE-D431-43FE-A6FB-3C81D63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E4E35F01-29C0-4FF5-8D81-F5D3D0D8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3CB6958-FD2B-42AC-9240-12C2849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6D953-8C9F-482E-AB7F-D960EB21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Run the room on one hard operating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390A2-29E7-4FC0-9F5E-E0085C5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is the short live diagnostic before the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385AB-B0CE-4582-A84C-537002C7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09686-70D3-44A4-A69A-D763C373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C9833-1983-4C9D-8545-238BC561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F566-4543-428E-9CA4-23E51907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72A03-1572-4E4B-8B0D-168F3168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915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9B7E1-E65D-48C7-9E0B-BC52D5E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will the team inspect every week so the pilot improves before the quarter ends?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7FDDC-35E1-49D6-A588-5FBF050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4D977-D1F2-4AB9-AB89-223EC9D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QUESTION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5CCF2-428F-4C09-84F6-2256B310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C422D-53C5-4A0B-BC73-883A7DA9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accounts moved?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F3682-863C-45E8-9744-3B62DAA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62AE5-FCE7-4D0C-BE04-94AFD7F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evidence caused movement?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36EB4-B645-4E92-98D0-198FFC4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9108D-D6DC-47E0-BFDF-3E047946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accounts stalled?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2BE6F-BE72-4CB1-BB53-49E3FC3F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0E9E4-72D1-4678-8CFA-2C93C9B1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buying roles are missing?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A26EE-311A-4AD8-A33D-2A8BCEFE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315C0-4440-404E-8E95-3C5B3A8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signals were false positives?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8EC2B-DCBB-4AE6-9782-12B9311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46354-7554-4223-9131-8852908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strong signals missed SLA?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FAF92-EBE2-4329-A1B5-D22BDC0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E4C12-BA4B-49F6-B236-8F5D049F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5FA16-8523-454C-BBAD-A14D5A8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D1C65-BFFD-40DF-89F2-7ECC1064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4770678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48AAA-42C8-46CB-A446-0C77880E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53BDE-EA37-4A1F-A227-DA863A0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95F92-C98E-4FEB-926D-7450CB9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765BED55-8AE3-4388-AC2F-EADF2583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76317FDD-74A7-46FD-BD29-EBF5DD6E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EXERCISE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FA6DD-A588-434A-B26F-E96B9F4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Build the cadence and pilot outline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82B29-EFC1-497D-890E-C475587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exercise produces a working artifact, not class discussion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A650E-29D1-402C-B62E-56757A52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5097B-3B6B-40B8-9185-FA44FB13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19A5E-50C0-4582-81B4-B51AA73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62DB3-ED4F-4A48-B1A3-F394667E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4C62A-A3E9-4468-8F8A-22731075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C8F51-FE53-4EDF-B1CC-1F43E7C5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FA433-BA9E-4C41-B978-455AEA4E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TIMEBOX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0CA18-5F59-4F15-AF28-82DE994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8 min cadence board, 6 min pilot phases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B57BA-67C4-4EDB-90E1-22CD3D08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DEC9A-7F57-4122-8AC3-E2837D98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35D21-CE33-419C-8F2B-BD8BE0A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Weekly cadence and 90-day pilot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ED0A0-D0A0-4D20-B7B9-EE3D3770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7334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DA12C-3755-4C2D-AA77-87AA418E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3C6F7-E4A1-41E8-86EF-24977973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LEARNER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1A0A5-2720-4559-8D8E-076AA90E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5505D-3AB6-4E13-A944-B50E90F4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1D142-513E-4DD4-BD2C-7232495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Build the weekly cadence agenda with evidence reviewed, owner, decision rule, and output.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06CF2-5772-436E-9F1C-0A577AE4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8F35B-AE7E-4F5C-B779-756F9C54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2A9686-CC46-4375-87DC-1832F225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Draft the five pilot phases: scope, MOIN/content, distribution/signals, routing/activation,...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E4D05-728A-4214-8B38-E7D343D5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C72E2-D611-415F-B3D5-F776B877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3468E-1FF6-4174-A54C-99896F24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Define stop, repair, and scale criteria before launch.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17F79-C30F-4952-B3A8-16ADF05C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7D8F5-591B-4D5A-8570-986537D4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47BA38-9006-4DE2-83C3-66610C5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1C9F2-A806-4A79-B7A9-DF4AFAEB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14740472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6A775-ABD5-421A-AC4D-C11769B9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9E62-2FF5-4D4D-9A1C-47AC632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95C1E-5816-4DC9-B427-322C36BB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1B63094A-057E-4905-BE87-24A256E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CF1E190-3233-40E8-9D5F-04C4FF77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GROUP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DE518-4B14-4169-9C76-E6984B8F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93152-04B8-4647-9132-395ABB8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BE602-85C1-4397-BD09-14A45B76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65753-7645-447A-9CC8-BB5B6A1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EA4CC-29BE-4AD4-8FE2-8B0E9787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88C76-B81D-4F46-A82F-8C633A13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3B990-8073-41BD-9D34-5DBF03C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4E4D2-5617-4E78-9B96-E144213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2F0BD-1777-47B7-AF9C-76AF8316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3E449-8CD6-4A00-9DA2-96261BE6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TEST THE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8BACB-5ED9-42F8-80FA-DA10FFE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AAF8D-ACE7-4BB3-8A6D-83143E6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BA406-4CBA-427F-A324-4C4C5AC2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Are the metrics mostly leading indicators?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03B2A-FFA1-40FE-B137-91D73542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5BB40-4A63-434B-B1ED-6712006A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4B7AC-C585-4C3B-B34A-3C9CFD2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Can RevOps capture the evidence?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C330B-AD51-4055-A694-03DB74F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E23FD-F7FC-4072-BC44-9BC8E6C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4BE22-AF2D-4177-915D-247B7AFC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Are owners named?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54D7F-E71E-42A3-8B14-952DF40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7C5B5-6AA3-42EF-97E3-F4F8590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FORCE THE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8E43A-2CD1-4701-B370-32D5C615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D1620-9FDA-4527-A909-1FD102C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3C58D1-C83B-477F-B1A7-FE54EC4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Are stop, repair, and scale criteria explicit?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35CFD-4901-4CAF-9060-D8D9B3B2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9A60F-58BB-4915-8B93-91FC8FA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A5559-5FD8-42F1-9FCC-B6AF902D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the cadence create decisions or only reporting?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FBD3D-B91B-4E4F-8AE5-1A9B80E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87675-5977-4B02-8A03-107C0A90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AEFB00-93E9-42D0-AE14-D7833906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the pilot connect content, distribution, routing, sales action, and buyer enablement?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7F886-700B-49E6-A015-C24439A4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6E0B0-4DA9-4F60-896A-01B1177D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5E642F-77F4-4AF3-AB77-21896E07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C01163-F330-4D28-A991-D9BFE182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D4AB2-A709-49B2-A37F-70E86103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5E5AE7-A61B-4DE5-A9B8-5FC3FCB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99F91D-4618-4C7A-93B0-B24E0D45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350D1E2-B3B7-4FE7-8935-81CF6525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A7FA0D9-DD83-423E-A11D-C47A301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GROUP CRITIQUE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C7AAC6-11A7-4AD6-A611-B50A691A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2CED96-1C11-4274-93B3-61B252D0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4D5A4E-18DA-4E1C-AB44-349C8C0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C6BF69-BD2D-49B7-A3E2-2D73835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2C54F1-6451-4211-9DB7-398E9357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A62B9B-9EC0-43B9-A9A0-3766F48C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AF4A00-C68B-4497-A12D-2CD304C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961FDC-7173-44E7-AC8B-8BB8C45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6F32FF-2750-40B2-AF15-C9C46DA1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15841912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14A80-2BC3-4828-81F7-2EC66839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8C4EC-A968-4B0A-B03B-867362EA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8C807-34AC-41FC-B01F-D1AA647D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EAB4E32F-58F8-4177-9DDD-E38157A6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AF60560-2D4B-40BC-A3FC-5F15731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STRUCTURED DRAFTING DRILL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1D981-DD28-4D12-BDF2-BFB93BA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Structure the first draft before the room critiques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27031-50EB-4D67-A08D-F7479453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brief is constrained by source evidence, assumptions, output standard, and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23625-3A61-4784-A94F-F6689F2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12F0C-4F8A-4BEF-8715-91D31F8A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F104F-A270-4460-9A20-BC745834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4302D-4756-410E-BB4F-6D2AACB0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EAB64-552B-4019-AA9F-1F2A750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9525">
            <a:solidFill>
              <a:srgbClr val="F5F6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1D9C3-AC4A-41FB-878D-F62E1CF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619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79A2F-FD36-479E-840E-A00B1B59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8D330-E191-4FD9-B246-697FB63C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DRAFTING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DB47F-71C5-4BB1-9B71-5236B3D2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610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Assemble the 90-day pilot from prior artifacts. Include executive summary, phase plan, weekly cadence, success metrics, anti-pattern risks, stop-repair-scale criteria, and unresolved assumptions requiring field validation. Keep metrics focused on account movement and quality, not vanity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5C77D-348F-4133-9A68-1CCB3391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9339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1DC90-87FC-4318-B43F-90F29A48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2B149-DF5D-492D-A54E-2F0AFC8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REQUIRED OUTPUT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7E3AB-0BA0-483E-8A56-7C99B8C2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B3785-A946-4D8B-B361-C8412838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Clear revenue problem, focus, pilot logic, and decision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AAA68-A1DD-4674-B7BC-FAC0170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546EA-5488-4979-AB33-F8A5BB8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90-day sequence with owners and 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3A133-F255-484B-964D-F6F9ED3E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70508-C41E-4F8B-9A8A-B40C2D71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Cadence with evidence and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D326A-3F75-475D-AEE6-A26F46CB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76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9777F-8BA5-4F69-A820-85FEDD6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Success metrics for movement, coverage, signal quality, sales use, and opportunity quality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84CF6C-2872-40B3-A35E-74E57D87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52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E371B-7FD7-4DDC-A0C2-BED8860D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Stop, repair, scale criteria tied to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16935-A46D-41A6-8884-9242C1E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201E6B-A718-42C5-BD5C-914DEFDC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D1681-A966-4B13-808F-6E90BC8B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40BCC-C8F2-4C96-9AB8-28A428E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CF91F-B2F0-4E05-82B9-1CFC3092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648F55-6B69-492A-992D-DA8D7AEE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2F39B3-3BE0-4F4B-9C44-D87E271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21EB548-89C1-447D-AF75-5781920D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CACE8526-C4F5-4E08-BFEA-2E2221C3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STRUCTURED DRAFTING DRILL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6EB5FF-AE2B-4EF9-A722-1D2EA7D9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Structure the first draft before the room critiques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25E7E-1A47-41C3-901A-61A58A6A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brief is constrained by source evidence, assumptions, output standard, and validation.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4F1C8E-1424-4BDC-BB09-3768AB0E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CAE34C-0E9F-4254-8CE0-C54E4BF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5900FF-325D-4E98-9137-43376BF6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9D0B2-266C-4A5D-8A4D-FF5247C7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2C7FE2-77A4-42D6-A748-478F6A2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20CA6B-2DA8-45F3-A4AF-414E1D50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35AAF4-B5DB-4214-9A78-20F7E391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5383422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F6B3F-E041-4C26-8AA2-9AAC9854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30F1-FACB-4D67-9E0E-9DD78E8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FBCA6-B65D-4A84-98DB-A248DB38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F15A75C-ED01-449F-BF9A-92AEC99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94669D0-E4EC-4CC5-9E1E-A262B274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QUALITY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1B899-EA74-4D28-98F0-304C813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Reject weak artifacts before they become operating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CDDF0-AA8D-4E5F-9A3D-CA8550F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81FBC-FCC4-42F9-BE8E-812857E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C3274-2A21-4BA7-833C-196B424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B5BCE-B418-485B-AA12-AAAC2E64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11EEE-DC39-4C38-A510-407827C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37A3A-0EC2-4E67-98EB-9E655151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A4582-D170-4A47-8B06-B0C8179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76771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AD982-DD50-49BD-A63D-76DEDB2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20A2C-3521-48BC-A702-0E4B5691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REJECT OR REPAIR WHEN THE ARTIFACT...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ED685-A820-494D-8727-2F2BE499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06A03-C44C-44F6-8031-3A4628B0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vanity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7D4F4-AAFC-4D18-A50B-615E51A0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90308-F284-4C93-969B-665E3C6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scale recommendations without proof.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C84C3-D819-4FE9-B295-54CF03FD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108DC-FAAC-4C8E-872F-78E9D342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plans with no RevOps fields or owner model.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A23EF-7F28-4AF2-A7CE-8DDAB08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6E3EB-1579-4CF8-BFED-B9AAB2E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campaign framing.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81BA5-1798-4446-97FD-0FC4099F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AAD7D-704A-4F7F-A665-D1ACBDAB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broad plans with no disqualification.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CB5F1-A2E3-4DD8-92AC-2336EB5D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6D0132-564F-444A-9B94-9A930D45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confident summaries that hide assumptions.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E74FEF-F917-4374-900A-31889478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428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9D442-E981-4F87-ACE3-E3C6C42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89855B-5806-4DA5-AE20-B573E3F1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B5B5E-E707-496A-8B56-2C98C962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correction standard is not nicer wording. It is better industrial judgment: category specificity, proof, owner, field, SLA, cadence, and disqualification where needed.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20248-778F-4CDA-9792-0360EC21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F01FAA-39DE-476C-8068-C413F1B5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D4475F-BBCD-4ADE-8260-517ADA1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what the artifact assumes.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E42C86-F7C4-434C-95EA-AC49B857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D43328-C498-44CE-BEAE-51A7C16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CD864A-1C60-4516-87AE-9BB6087D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737CFD-2103-44BE-A71E-47F2903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058238-8382-4945-A48F-0EAF0B8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FDB9EE-194E-436E-9179-65847282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C58A36-7BD2-49D7-9AB0-39D0D9D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042452A0-7D09-4FE8-9B93-77266ED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E245754-3BF5-4757-AD74-56FAC93D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QUALITY CONTROL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388DC2-160A-4AE1-BE79-E863EC6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Reject weak artifacts before they become operating practice.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304C1D-A9AF-4400-959D-57D4D421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A9B75D-E6D9-4B82-A890-8CDBFBE5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656411-F54A-4E5B-9F77-F9790B9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935829-B0C9-41F2-A181-ED43039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1263B4-9CC5-44B4-85B5-B1A98726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7FE799-BB2D-4518-8BBD-73E493B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CB621A-A5E8-45BD-900B-C5E9ACD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669FA8-4FF4-4162-8DA0-48FD1EE5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16388378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F1A94-056B-4B59-B795-E48CA8E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EA2D7-BC18-44A6-952A-64180BA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72DDB-85D5-410F-97C9-BF8E76EA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9F827D0-30DE-4961-8B94-66F67623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F1BDD930-236C-495B-B2ED-BCBC76B9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REVOPS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F74B4-93EC-437D-BD72-A1EC2757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cadence runs from boards, not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C1B3F-1759-49D4-AC71-9D6C9C3B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artifact must become inspectable in a field, board, owner model, or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5D4C3-FFFA-4CAF-9DD6-83C895E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B8715-3E9B-4FA3-96E0-A24B4717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0B409-2988-40A6-8E02-D108F14F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89235-79A0-47EC-965D-3A7FF6A6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F9363-6BF0-4AD8-BC7B-56E1716E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CA844-CBE4-4662-84A6-87DAC29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8306-084D-4177-9537-B84BC55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 progression 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63F93-5064-4A15-8385-E4AFF24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7B241-623B-4959-BB16-184425CB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B238A-F1BB-42D0-977F-BC7B7831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AA768-AC59-4E2B-A2EC-58A8298F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83D92-13D5-486B-9FD6-A33F3D8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FDDA9-0ED1-4ED2-A256-1B766F15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Committee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CD3A1-7202-432F-A72C-59C1362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00739-89F1-4D2A-AF5A-6B6E26E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88FBD-6F9D-49BD-AA51-1C17E59B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Content and proof gap 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3A68A-AEB0-43B3-ABBF-6FEF2008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CD0EA-9115-4413-9E41-4AA37FD1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668E0-18D2-4E57-8441-CC4DD925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action tracker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5AE73-2345-4112-8CC9-E5CB8B2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0FF9D-F96B-4F61-AA11-4E38D259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6BEA1-7F58-409E-96E1-860A3A7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SLA tracker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D5E75-5215-4D5E-A326-6CF8EA3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B55A1-657F-4319-BEA8-F8851C10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EB1FC-D3C6-4F41-BA4E-491104D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Pilot learning 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2A790-78DC-445C-9C38-EEC40AC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558B2-DD3E-4A7A-85DC-C23AECA2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30B9E3-3902-4955-B3B4-4310985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cannot be tracked, it is not operational yet.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09F724-B9F3-40D3-91C9-AB0864B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6D6D4-5502-46E7-8085-FC991AD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993D34-1BBD-4BD2-9268-0230883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8310DE-4F9C-4014-8FB0-3E2E94F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4638788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86F41-602A-45CD-BCE9-2DDEAF4C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CBBA1-6059-4A73-BDA8-C264F885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F661-18DB-4E00-BA2D-E15F3D18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89DEC71-4ABC-423A-ABE0-E259F55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D7CEA8D-8FD6-49FD-AD96-5299AFD5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FAILURE MODES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3F829-5B80-4875-A4F6-553CD7BA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17FEA-2A53-4F88-A434-6AF9BF2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51B94-426A-4F48-878C-87225C17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E517C-DFF0-4B28-AB25-BAFB590D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2A4D5-8070-4A10-ACE6-975D324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46EC0-5363-40B8-A2EA-DAD3FDEC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597AA-E160-444D-8298-9716B95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209BA-2E42-4612-A007-8450676E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34C90-6370-49BA-8D3E-1D97052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7D70D-9541-4F14-8FED-CE6CACC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15C43-2C63-4E33-8BC8-438D9768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looks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FF8E8-4EE9-465D-859D-98F8CAED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D5531-F32E-4F13-8318-8C4D191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E86D3-D1BA-4508-B458-3273C0DF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Reporting meeting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0DDC4-8E00-44AE-90C7-5D3EA4C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Numbers reviewed without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054FB-5E03-447C-9763-5436257A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Require decision rule and owner per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59FD1-1B8A-4350-8861-039D1874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E82EA-6668-4D32-92BB-C8AC952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B0EC5-FC39-4370-8534-7B7E6C2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Vanity success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9F535-8820-48FB-B511-395218C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Impressions or MQLs celebrated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A40E4-4CDB-4A69-8C38-A85FD7D1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Measure movement and quality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8A878-35EC-432E-9484-CEDAB78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576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04594-810B-434C-8961-0CFBB82B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disconnected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4926F-36DD-43DE-97CC-30299F2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Sales does not use content or signals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DC2A0-F161-4179-BC84-F99E95AC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Define sales role and weekly commitments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1821D-593E-46C9-829F-491D8173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74977B-B890-49DB-91BE-43676AE5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A3505D-A356-44EF-9FAF-937F5BDD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Premature scale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7AC68-8CBF-449B-9C85-48901F2A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Leadership expands before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FBAB28-891F-407B-B433-5C35ABD4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Use stop, repair, scale criteria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95B43-3126-4B1A-A8A5-C166C98B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6FC71-01CE-4F94-812B-C9142028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1E9CF4-9C59-4081-806E-1E35725B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1AD32-1D21-4DBF-8A33-A02DEA3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5804DD-2EBF-421B-A498-2B90068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CD0B4D-165B-4714-BC88-C7C13A70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865386-8F03-43FF-A30B-479537E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D52806CC-A28E-4165-80D0-C601FA9C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47F6B27-E409-411E-8785-5FB93FA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288D32-F94E-49F6-9689-1803EFC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F97A03-B83B-400E-89B1-775520D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A80980-E056-44CD-9BAE-BAEC772B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7AA63D-BD06-4834-A156-64DECD48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3E514C-42C0-4265-8B1C-741D9D5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7C3B12-9776-44FB-8E0A-511A1550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88FC6C-CC1C-497A-9E84-6FE180A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CCE49B-7294-43F6-95F2-15AC76AA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D7235B-EC7B-489F-8BEE-DBD0B7E8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128270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7ADCA-17A6-40BB-A57D-92F6677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94EDD-4A70-4977-8678-4054E8D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8332-2B44-42B5-B0BF-7602DB2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D8BEDA8-AEC3-448B-8DF5-F26F322B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6FC9FB4-0F4A-4B7F-B5ED-7CD6B0E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FINAL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CEB44-14FC-4514-9182-E779A524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E80A7-24D8-483B-B93F-45B5C7AB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97885-2B19-4DF7-BF70-3869D912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94A2-AA73-4E39-A2F6-E43331EF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CA5ED-F9B8-4363-9DBD-FE9DE6A1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D687D-187A-4883-A2CF-47CBDA3C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984CC-62CC-4A11-A378-32B1B72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3C5C0-0942-4BDB-859A-979DB91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81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38C8D-25E6-4F56-902C-CC3CFD4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C70B9-BBD2-42D1-B71C-8B6DC4B1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ARTIFACT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E4A5D-1923-4741-9183-D4A1E06A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A324A-6F28-4C8A-9AD5-CD2F3ED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ICP definition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9A293-909D-491A-A088-563F484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C4809-0806-482E-A723-881DAD0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Buying committee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F7B04-CF07-48A7-A1B6-9835367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89E39-2E8C-4EE8-BE4F-94107F3A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MOIN grid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CFD26-AD76-4559-8903-1EC6D83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86D49-2EA3-41E7-84DF-6EE90F92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Content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563D1-6A68-49AB-BA22-62D81A2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2EF7A-55F3-486D-9CBB-5A0A0FF1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Distribution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00834-2833-4229-9116-E1AE7CC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49E68-E165-428B-92E0-DB3E722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Signal-routing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82007-CE50-4C84-AB81-1976BB3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A71AD-D80E-45FC-B980-E9BB380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Weekly cadence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297A9-81A8-4432-B95A-75C184A8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0B45BB-1BA2-46E7-B431-C27426F9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Success 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69958-DF88-4ECA-B7A2-75AFD3E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0448B-427D-4E22-967B-C00A62D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195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Anti-pattern risks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FEA6B-B23A-4F05-8333-B4B9C009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94650E-C9C9-4306-BF45-F51DFEC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767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7D0A3-E0D5-41F2-8FE0-62D32D62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5143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6E7CC6-2BE1-4C60-80C1-D9679B7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4F594E-5C3F-483F-A1A8-934EB99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COMPLETION STANDARD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78CA85-0D31-47D0-AA10-52E1DFA5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artifact passes only if sales, marketing, RevOps, and leadership can inspect it and know what to do next.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DDD561-EF7E-4825-A747-80E8CB4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If it could be used unchanged by a generic SaaS company, it fails.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E99957-45F9-4DE0-80E6-E7BEC4F8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A4D21-0DA5-42BA-9A31-5EEF573E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42670A-A306-449C-BBA7-4EEB537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1570D3-B724-4EBD-BBAD-5487A3B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EEF73E-32F5-4492-9E83-5A39A637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F5741F-90C8-4727-85A5-4A7D9A26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D71A18-5B21-4614-862C-8AC3963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28895D1-FFA9-4F25-8BDD-F22EB3E9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3782474-059C-4734-BCF8-0C9ECFA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FINAL ARTIFACT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BCD5C7-BFA8-4527-92C8-42162C40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29A38F-510D-4D81-B420-56B48ECC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11B4D6-8550-43C3-96AA-28F29D9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3414AA-E75C-4FB6-A68B-94794B8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946587-E644-4CC2-934A-8DE48C7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0ADD23-B15D-4E45-8A72-D7244A16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758291-9D36-4643-ADD9-4A44DCA6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0BA66E-4562-497E-911A-55988A27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04F618-0C80-49DE-AC92-81573ED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370806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AC7DC-22D1-4D16-909A-6C6C22D4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B6CC5-8F3B-4EC6-9F3E-8261FDA9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4E730-D523-4D6B-A056-8913B1B2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7361C34-336D-4567-8340-0BD65DCD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025CC286-0F8C-4167-92C2-E7813A88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08 /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DE3F1-64F7-4846-B7F0-E0D29320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Carry forward: Weekly cadence and 90-day pilot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86F85-ED4F-4386-B0D1-CC6545E1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069E4-AF40-48AD-A4B5-6D1491AD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B6AE2-56C8-4F93-B812-FD536DDA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B8DF9-F73F-45BA-A661-9DECF4F0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lesson sequence ends where field implementation begins: an executive sponsor can now approve, repair, or reject the pilot from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5CEE6-29E2-46BE-B104-40A36482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A81E3-5182-4781-8CFF-2577EE4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AB5C5-8CCD-4FDC-8FAC-F404BCD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EE173-D094-499F-AD31-C73F4A2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Capstone review and field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09D87-DA75-4738-BB04-C78267E9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ED388-AD75-441A-9286-39873507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Recurring instructor check: sales impact / signal / RevOps field / buyer content / review risk / industrial 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9564D-EA2B-4505-9B77-53741DD0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C22BD-63DC-41DF-BFF0-C44CEF8F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08 - Measurement, Cadence, And 90-Day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36109-0AAE-4588-861F-34DD6EC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modules/module-01-industrial-demand-generation/lessons/08-measurement-cadence-and-90-day-pilot.md @ 9e28222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F667F-4026-46F2-A41A-3639E8C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426212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2026-05-16T17:39:36.4350000Z</dcterms:created>
  <dcterms:modified xsi:type="dcterms:W3CDTF">2026-05-16T17:39:36.4350000Z</dcterms:modified>
</coreProperties>
</file>