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a1fa376bf4404" /><Relationship Type="http://schemas.openxmlformats.org/officeDocument/2006/relationships/extended-properties" Target="/docProps/app.xml" Id="Rf5b6f3c4bfd24280" /><Relationship Type="http://schemas.openxmlformats.org/officeDocument/2006/relationships/officeDocument" Target="/ppt/presentation.xml" Id="Rfc01d8ed26df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eab60fc02c4410"/>
  </p:sldMasterIdLst>
  <p:notesMasterIdLst>
    <p:notesMasterId xmlns:r="http://schemas.openxmlformats.org/officeDocument/2006/relationships" r:id="R762c359cc358435a"/>
  </p:notesMasterIdLst>
  <p:sldIdLst>
    <p:sldId xmlns:r="http://schemas.openxmlformats.org/officeDocument/2006/relationships" id="256" r:id="Rf925228683e94fda"/>
    <p:sldId xmlns:r="http://schemas.openxmlformats.org/officeDocument/2006/relationships" id="257" r:id="R4b7fc66cf5c34347"/>
    <p:sldId xmlns:r="http://schemas.openxmlformats.org/officeDocument/2006/relationships" id="258" r:id="Rba7663aae11043b7"/>
    <p:sldId xmlns:r="http://schemas.openxmlformats.org/officeDocument/2006/relationships" id="259" r:id="R1fc19ef0691f4eab"/>
    <p:sldId xmlns:r="http://schemas.openxmlformats.org/officeDocument/2006/relationships" id="260" r:id="R37599066487e4f14"/>
    <p:sldId xmlns:r="http://schemas.openxmlformats.org/officeDocument/2006/relationships" id="261" r:id="R3d36b00c40494207"/>
    <p:sldId xmlns:r="http://schemas.openxmlformats.org/officeDocument/2006/relationships" id="262" r:id="R3d88685782214377"/>
    <p:sldId xmlns:r="http://schemas.openxmlformats.org/officeDocument/2006/relationships" id="263" r:id="R5f3275dcf8fc4256"/>
    <p:sldId xmlns:r="http://schemas.openxmlformats.org/officeDocument/2006/relationships" id="264" r:id="Rd1adbb2013d34030"/>
    <p:sldId xmlns:r="http://schemas.openxmlformats.org/officeDocument/2006/relationships" id="265" r:id="Rd7259f62574843f7"/>
    <p:sldId xmlns:r="http://schemas.openxmlformats.org/officeDocument/2006/relationships" id="266" r:id="R425473857c7d4e92"/>
    <p:sldId xmlns:r="http://schemas.openxmlformats.org/officeDocument/2006/relationships" id="267" r:id="Rcade6378238b40a6"/>
    <p:sldId xmlns:r="http://schemas.openxmlformats.org/officeDocument/2006/relationships" id="268" r:id="Rea8db5ee3dac4cae"/>
    <p:sldId xmlns:r="http://schemas.openxmlformats.org/officeDocument/2006/relationships" id="269" r:id="R8cb0d38eed0e4853"/>
    <p:sldId xmlns:r="http://schemas.openxmlformats.org/officeDocument/2006/relationships" id="270" r:id="Ra04f88fef75244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ab60fc02c4410" /><Relationship Type="http://schemas.openxmlformats.org/officeDocument/2006/relationships/theme" Target="/ppt/theme/theme1.xml" Id="R6d0d4d05809c4728" /><Relationship Type="http://schemas.openxmlformats.org/officeDocument/2006/relationships/notesMaster" Target="/ppt/notesMasters/notesMaster1.xml" Id="R762c359cc358435a" /><Relationship Type="http://schemas.openxmlformats.org/officeDocument/2006/relationships/presProps" Target="/ppt/presProps.xml" Id="Rb6e8303b7c2a4454" /><Relationship Type="http://schemas.openxmlformats.org/officeDocument/2006/relationships/viewProps" Target="/ppt/viewProps.xml" Id="R184e9a2b8b5f4aa4" /><Relationship Type="http://schemas.openxmlformats.org/officeDocument/2006/relationships/tableStyles" Target="/ppt/tableStyles.xml" Id="R663e07d553784b23" /><Relationship Type="http://schemas.openxmlformats.org/officeDocument/2006/relationships/slide" Target="/ppt/slides/slide1.xml" Id="Rf925228683e94fda" /><Relationship Type="http://schemas.openxmlformats.org/officeDocument/2006/relationships/slide" Target="/ppt/slides/slide2.xml" Id="R4b7fc66cf5c34347" /><Relationship Type="http://schemas.openxmlformats.org/officeDocument/2006/relationships/slide" Target="/ppt/slides/slide3.xml" Id="Rba7663aae11043b7" /><Relationship Type="http://schemas.openxmlformats.org/officeDocument/2006/relationships/slide" Target="/ppt/slides/slide4.xml" Id="R1fc19ef0691f4eab" /><Relationship Type="http://schemas.openxmlformats.org/officeDocument/2006/relationships/slide" Target="/ppt/slides/slide5.xml" Id="R37599066487e4f14" /><Relationship Type="http://schemas.openxmlformats.org/officeDocument/2006/relationships/slide" Target="/ppt/slides/slide6.xml" Id="R3d36b00c40494207" /><Relationship Type="http://schemas.openxmlformats.org/officeDocument/2006/relationships/slide" Target="/ppt/slides/slide7.xml" Id="R3d88685782214377" /><Relationship Type="http://schemas.openxmlformats.org/officeDocument/2006/relationships/slide" Target="/ppt/slides/slide8.xml" Id="R5f3275dcf8fc4256" /><Relationship Type="http://schemas.openxmlformats.org/officeDocument/2006/relationships/slide" Target="/ppt/slides/slide9.xml" Id="Rd1adbb2013d34030" /><Relationship Type="http://schemas.openxmlformats.org/officeDocument/2006/relationships/slide" Target="/ppt/slides/slide10.xml" Id="Rd7259f62574843f7" /><Relationship Type="http://schemas.openxmlformats.org/officeDocument/2006/relationships/slide" Target="/ppt/slides/slide11.xml" Id="R425473857c7d4e92" /><Relationship Type="http://schemas.openxmlformats.org/officeDocument/2006/relationships/slide" Target="/ppt/slides/slide12.xml" Id="Rcade6378238b40a6" /><Relationship Type="http://schemas.openxmlformats.org/officeDocument/2006/relationships/slide" Target="/ppt/slides/slide13.xml" Id="Rea8db5ee3dac4cae" /><Relationship Type="http://schemas.openxmlformats.org/officeDocument/2006/relationships/slide" Target="/ppt/slides/slide14.xml" Id="R8cb0d38eed0e4853" /><Relationship Type="http://schemas.openxmlformats.org/officeDocument/2006/relationships/slide" Target="/ppt/slides/slide15.xml" Id="Ra04f88fef75244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cb50642c90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cd3acdd9e74128" /><Relationship Type="http://schemas.openxmlformats.org/officeDocument/2006/relationships/notesMaster" Target="/ppt/notesMasters/notesMaster1.xml" Id="Rfbf370c8d2c7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4ced8cd5b4679" /><Relationship Type="http://schemas.openxmlformats.org/officeDocument/2006/relationships/notesMaster" Target="/ppt/notesMasters/notesMaster1.xml" Id="R2b31749aa4cf47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60a693ff944a4" /><Relationship Type="http://schemas.openxmlformats.org/officeDocument/2006/relationships/notesMaster" Target="/ppt/notesMasters/notesMaster1.xml" Id="R2cd4316bfa1f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3a0143a7404f43" /><Relationship Type="http://schemas.openxmlformats.org/officeDocument/2006/relationships/notesMaster" Target="/ppt/notesMasters/notesMaster1.xml" Id="R96bcd914d295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9ad5b73be24e87" /><Relationship Type="http://schemas.openxmlformats.org/officeDocument/2006/relationships/notesMaster" Target="/ppt/notesMasters/notesMaster1.xml" Id="Rc9595d0143d345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9f405251a145ae" /><Relationship Type="http://schemas.openxmlformats.org/officeDocument/2006/relationships/notesMaster" Target="/ppt/notesMasters/notesMaster1.xml" Id="Rf914063060b040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fe46d445c4073" /><Relationship Type="http://schemas.openxmlformats.org/officeDocument/2006/relationships/notesMaster" Target="/ppt/notesMasters/notesMaster1.xml" Id="R47b3bc4254404c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4b938b42a044b9" /><Relationship Type="http://schemas.openxmlformats.org/officeDocument/2006/relationships/notesMaster" Target="/ppt/notesMasters/notesMaster1.xml" Id="R38ba56b9edc94a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888d6010e541fb" /><Relationship Type="http://schemas.openxmlformats.org/officeDocument/2006/relationships/notesMaster" Target="/ppt/notesMasters/notesMaster1.xml" Id="R00a4511d32ff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77ed4087a34c52" /><Relationship Type="http://schemas.openxmlformats.org/officeDocument/2006/relationships/notesMaster" Target="/ppt/notesMasters/notesMaster1.xml" Id="Rc421961017e042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ed23b9e4e84d1f" /><Relationship Type="http://schemas.openxmlformats.org/officeDocument/2006/relationships/notesMaster" Target="/ppt/notesMasters/notesMaster1.xml" Id="Rb6e3582e783c4d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a07c96483e49c8" /><Relationship Type="http://schemas.openxmlformats.org/officeDocument/2006/relationships/notesMaster" Target="/ppt/notesMasters/notesMaster1.xml" Id="R236760106e804b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b9a2050eb1450b" /><Relationship Type="http://schemas.openxmlformats.org/officeDocument/2006/relationships/notesMaster" Target="/ppt/notesMasters/notesMaster1.xml" Id="R98fccb01922649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cd99f139344e0a" /><Relationship Type="http://schemas.openxmlformats.org/officeDocument/2006/relationships/notesMaster" Target="/ppt/notesMasters/notesMaster1.xml" Id="R6edd7487a23342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2578af633b421e" /><Relationship Type="http://schemas.openxmlformats.org/officeDocument/2006/relationships/notesMaster" Target="/ppt/notesMasters/notesMaster1.xml" Id="R03e79ffc9b55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f216cf0a443e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fc0278ad0c4e48" /><Relationship Type="http://schemas.openxmlformats.org/officeDocument/2006/relationships/slideLayout" Target="/ppt/slideLayouts/slideLayout2.xml" Id="R4f4a0680133e4c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4a0680133e4c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ff562a43d04512" /><Relationship Type="http://schemas.openxmlformats.org/officeDocument/2006/relationships/notesSlide" Target="/ppt/notesSlides/notesSlide1.xml" Id="Rf979ac1ce425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c8666f8dec47e3" /><Relationship Type="http://schemas.openxmlformats.org/officeDocument/2006/relationships/notesSlide" Target="/ppt/notesSlides/notesSlide2.xml" Id="R3a2f4bef5902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7d0bf39164af9" /><Relationship Type="http://schemas.openxmlformats.org/officeDocument/2006/relationships/notesSlide" Target="/ppt/notesSlides/notesSlide3.xml" Id="R923360d504bb4c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36a57f9b94ca3" /><Relationship Type="http://schemas.openxmlformats.org/officeDocument/2006/relationships/notesSlide" Target="/ppt/notesSlides/notesSlide4.xml" Id="Rced4197840ba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377e42b3d144c5" /><Relationship Type="http://schemas.openxmlformats.org/officeDocument/2006/relationships/notesSlide" Target="/ppt/notesSlides/notesSlide5.xml" Id="R5f2b9c32616e48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46e4a702844b85" /><Relationship Type="http://schemas.openxmlformats.org/officeDocument/2006/relationships/notesSlide" Target="/ppt/notesSlides/notesSlide6.xml" Id="R8b004831079045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9fa70adfd4b58" /><Relationship Type="http://schemas.openxmlformats.org/officeDocument/2006/relationships/notesSlide" Target="/ppt/notesSlides/notesSlide7.xml" Id="Rd3e0675de2ba40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d305bf67ec4a5a" /><Relationship Type="http://schemas.openxmlformats.org/officeDocument/2006/relationships/notesSlide" Target="/ppt/notesSlides/notesSlide8.xml" Id="R8717081633d24a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ef165226a94f89" /><Relationship Type="http://schemas.openxmlformats.org/officeDocument/2006/relationships/notesSlide" Target="/ppt/notesSlides/notesSlide9.xml" Id="R9cec6a005f16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e9e2f3f6c4fd2" /><Relationship Type="http://schemas.openxmlformats.org/officeDocument/2006/relationships/notesSlide" Target="/ppt/notesSlides/notesSlide10.xml" Id="R3ac813189d3a4c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9e92e7684448b" /><Relationship Type="http://schemas.openxmlformats.org/officeDocument/2006/relationships/notesSlide" Target="/ppt/notesSlides/notesSlide11.xml" Id="R3d7b34a37d8b44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75497e8a6472b" /><Relationship Type="http://schemas.openxmlformats.org/officeDocument/2006/relationships/notesSlide" Target="/ppt/notesSlides/notesSlide12.xml" Id="R3ecd6884dd8445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01c0140a0c45be" /><Relationship Type="http://schemas.openxmlformats.org/officeDocument/2006/relationships/notesSlide" Target="/ppt/notesSlides/notesSlide13.xml" Id="Rd05ef455deea4d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5c930e8ea44bf" /><Relationship Type="http://schemas.openxmlformats.org/officeDocument/2006/relationships/notesSlide" Target="/ppt/notesSlides/notesSlide14.xml" Id="R71a9c7e0de634c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4b27a5fb0d4d30" /><Relationship Type="http://schemas.openxmlformats.org/officeDocument/2006/relationships/notesSlide" Target="/ppt/notesSlides/notesSlide15.xml" Id="R11ae2ae885c646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058F4-94C8-4367-8314-84F63F42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8B078-69B5-491B-881B-1FB053BD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30956-A224-40A1-B1CC-7EC55BC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DF815FA6-FB64-4A2F-B268-AF2FD34F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E73368A1-E4E0-47CF-B621-10311CCC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INSTRUCTOR PROJECTION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2741-6A54-42B9-BE37-EB5A86D0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 Routing And Demand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0F221-A276-4279-BD14-D9CBD7DF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Demand Generation / Live workshop projection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2AFA6-1BDB-4A59-87FC-42674E5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DCE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4AA6E-0DBE-456F-B8B5-8B95D92C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97041-06F2-4FB1-B0D6-865352F4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F0DF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FCE09-1340-4303-BEFB-967C7A20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Instructor-led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5B2C3-2A52-4FC2-A98E-74B82277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E4E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3C183-DD39-42DF-BF58-95A40E1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813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Artifact-first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9ACB4-7621-4AA5-91B2-00974828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333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58C2E-65BA-4A87-88A5-7794503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76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9AC37-8A19-4B6C-A7A7-E6C45201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2EC9D-F5F0-4126-8ABF-6E68A271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Signal-routing table with owner, SLA, next action, and false-positive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5D0E1-D8CB-4E30-9F1B-368B16C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48AA2-5C08-42FE-A189-3C7767D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WORKSHOP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18284-F302-42BD-8F13-1761DB9A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60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Teach the operating decision, run the diagnostic, then force a usable artifact. The slide is a prompt, not the handout.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23BE3-AA1B-4437-A400-EAF3759D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E1398-CAB6-4F9A-A13E-20291D2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EA6CA-7D00-4FC8-A885-A0DA988D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9e28222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C5D20-D9D1-4BE6-B51B-62E345FD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1B181-BD30-42D7-A8D8-5FDBAAAA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2A96EC-7E6D-4EB6-B798-D4727BAD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45603-DCF3-46CF-8A78-6EA5F1A4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17915987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F197A-0415-4E5E-B38F-9F5D340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31903-8F94-4996-910B-D13CAFC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144DB-FB81-4064-A393-4CB1F595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88BCAE44-554B-41C4-959C-66356D2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E77ED13C-745F-4582-A959-65C48B6C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LESSON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6CC7E-C311-4D5B-A086-4CE44C5C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promise is an operating capability, not a concept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3E313-4F6F-4FF4-A553-24F55683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set the standard for the artifact learners must produce.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8FBB5-ACD9-4334-98AE-B12A7C0A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6FD74-19EA-4BE7-9FFF-93CE2C2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D4F27-6ABD-41C8-B756-8A2245F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0CEF6-32BD-46BD-9923-25E085DF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E1A5E-536B-4006-86A5-815967E5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B8BD3-157A-4899-83E5-A993EF51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61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Classify industrial demand signals by account fit, demand state, buying role, and evidence strength, then route each signal to the right next 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C3C28-70D7-4DA7-8748-343513FC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A99A2-779C-480A-976B-58F0C778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 signal-routing table with owner, SLA, next action, false-positive risk, and opportunity review criteria.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02F16-5FEF-45F3-A1E1-59A038A9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248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16DAB-38BE-46F1-827D-E5E2A88D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946D0-2806-4D38-84DC-2CBA75C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BD705-8946-4DA8-9AC8-510A455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38A13-35CA-45E2-B6AE-1DA05B0D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for evidence before opinion.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B6959-48C3-494D-BF91-1CF3B20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C5218-38F4-4D2F-B54B-CA0DA631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workbook for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8C6F2-DBC1-42D6-9D9E-038B3E60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0FC98-9FAB-4A36-A7A9-7756FACE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AI useful but subordinate to human correction.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AD22B-4ADC-4929-9C13-F51CC28D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724B3-8D8B-4504-B895-8E3EE12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accept generic SaaS or lead-gen answers.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8CD79-15CD-4FE6-A8E0-D95359B3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6EB0F-EC9A-4ECF-A33A-FB31256D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9A645-A67E-495C-A576-7629C4EA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01BF69-7ED7-40A4-92A5-DD94D5A0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20036027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AC5AE-CD90-4F6D-82D1-3EF7164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64482-6FCF-4672-B5C2-1A636B2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DC44C-F919-40EF-AFE6-9BE17EB9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E7DDD1EB-3F75-4EAF-91E1-C286E02D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00F954F-3AC0-41F5-A170-BDE94DDC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D7DA0-6A8D-4070-8F69-95AB0DE5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GTM punishes shallow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C8031-D54E-4171-BFA1-1F862D8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instructor should tie every point back to long-cycle risk, committee proof, and trusted circulation.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6F21A-F021-4CEB-B2BF-F22843FE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74A69-BEB9-49F3-A996-191E44AD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56131-E0EF-469F-A2BB-03B4B4C9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00FD9-CC9A-4BB6-B751-90ECC7EF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2FB02-ECC6-4BC2-9B2F-B12D90C5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143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3D95E-EB84-4D30-96E2-7B78AA22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2E4F6-CEF2-4328-B2E9-BA4CA890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2F36F-98DB-48AD-8D0A-B605919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98E87-C99B-48B0-A57E-5EB72A0D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most expensive demand generation error is treating every signal as buying intent.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5EAAA-8BC9-47C6-A427-080EFA4D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47ABF-22AB-4650-9E69-0CD4CB2D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Industrial engagement can mean learning, comparison, distributor checking, procurement research, or active...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68644-F7C5-4793-8B72-F133313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0B76E-6FD6-468B-8363-93B6D3A7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Signals are useful only after interpretation.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CD5F3-D5A5-4902-AA79-E7BCCD9B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E516C-8070-405E-A40B-51E21C25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Routing protects sales from noise while ensuring strong vendor-demand evidence gets acted on quickly.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6562E-3209-4347-B2CB-D9629E16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DA80C-3327-4A76-A52B-D4A0B818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49BA2-D4C1-48FC-9111-E849753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F3BA0-1FB8-43C2-9D4C-BFB54E4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6B313-4014-4D08-8D5A-134A70C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15E39-E6F1-4B16-9DF2-ADB8DACD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activity to account movement.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4B427-3F3E-444F-AAC8-6CCED725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C36DC-FE25-432B-AF77-89EB3359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2A8592-0277-4983-864F-74E9BAED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one persona to committee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F33BD9-D94F-4E24-B463-7729C07C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AB799-10F2-49FB-864E-4D1CF80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4E53C-91A8-4B5D-BA26-ECAFEDD3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content volume to buyer uncertainty.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D1B3EF-60A1-4DD5-B49F-1FD7D8A6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0262D-0DEC-4EDC-92C6-AF13EBD6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6F1E2E-EA84-4AF7-A8AB-7050140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engagement scoring to signal interpretation.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17FDF-F412-493A-B1EC-FDA20389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5D1C9E-578A-46B6-91D0-164674C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B9B3E7-32BB-431B-B2A9-6DB80E0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reporting to weekly operating decisions.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465C88-C119-450F-89D6-7BC6ACCC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DC1E3A-71CC-4747-B794-AD00DCD7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CE44D4-2756-46D5-B4D4-B432B28F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2C1A1C-48E6-4BF8-82FE-DF0202FC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4133906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7BA67-4233-4ECB-B6D3-63FDA209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65176-29AE-4C21-ADA9-8F0671C2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23B2E-4704-4735-B14D-F99487F9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44F77243-437E-4BDE-9D02-ACB78D35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41253E34-773A-483C-A2C4-7B79B7DF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CORE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F74EC-1B0E-4314-BA9A-40B9E9B0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four filters before assigning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89061-8D95-4F7F-B796-201EC3F0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C0F17-216D-478A-AE4D-5DFF050D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36A82-E151-4D75-9ED1-DB26E8A9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E911F-7B9C-4829-8B88-B7E50D4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EEA9E-2D94-4092-9B58-4FC3B0AA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2BCCD-B26D-464D-B5C0-149D81D5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21D6D-4788-4F54-9DBB-BABDDD8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2968E-658E-44C9-B9F5-CCA46C6E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4CAF4-3B83-4634-B139-81707077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NATIVE OPERATING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C6B5F-4E54-4F6C-849A-F79EC68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9AA26-8BDE-41A1-98A8-EDE27BD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20A4C-250C-4560-97BE-20C036A2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B7890-1CCA-45A3-84C8-593D19E6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75D4B-674F-4F7F-A5A2-32A8D66B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B6724-DDE3-40D3-BBFE-87448A2C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0BD12-1CBD-4D0A-BA37-359A632D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37826-AFE8-4595-9E9D-16F9F4A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EC125-0ABD-4871-A282-3C2BD287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Demand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3066A-C4DE-4BDC-8E1B-426AD7F1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B6C5A-5F54-453F-8D1C-9A7A2836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8A183-FA33-4701-8AFF-A01EFEC2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03EC3B-0645-4FA9-BA71-29D4E50E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46142-0DE1-4F53-81B4-E0B9966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Buying committee role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5E374C-D974-46AC-ABF5-1ABBAC1B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36B3DF-F4C4-4E6F-89D0-40D23AD3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F4392-145E-43BD-9925-1545F36E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6E1D0-1B35-4A38-AC8C-E4508A83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58AAB-12D1-4E29-B058-79C6E68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Evidence strength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83404A-2426-480E-85EB-D3DD48A9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7E247-DE01-4F43-BA68-BC893E5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DAD765-1FEC-4B4E-8DD7-4354CBE3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FBAA4B-4D4C-41F8-B0F3-48260D35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Then choose education, research, mapping, enablement,...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5C337A-E35E-4A28-9D1E-6077A92B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AC5964-46B2-40D5-BEA6-1DE96123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Flowchart companion: assets/flowcharts/08-signal-routing-and-account-progression.svg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DF494F-E63D-4850-A0E5-2AFAC29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942846-9104-40FA-A776-02DE7C0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052304-F7C6-49AD-BD73-609936A4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68F9FC-8F7A-4575-A89B-7357E575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6379DC-40F0-4284-AA06-101F0B0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420FC6-8113-4A47-AB20-8671B381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F0C382-2CE1-47E9-820E-ADC815D0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0907F34-B9CA-4985-8780-6BB99560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47CB304-6DE8-4133-A355-D31D5CF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CORE FRAMEWORK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AC7D00-FB74-4B30-A648-2E2350BD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four filters before assigning action.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F46EA3-D874-43C7-B730-FD74443C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CB4C73-1FB7-4B2B-9C48-B38280A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8E2F05-846E-45D9-904C-00BF4AD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490682-7A77-4FC7-B01F-6DB6851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D60AA4-ED03-4743-9B0F-091C1E06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9261F1-C157-495D-8C1E-EF294DC4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1E027C-E3C4-4A26-BE62-F0BBDCD5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BDACED-4DF5-45FB-9057-EAE042AE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6179375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DE6ED-9C2D-43B0-8777-7701CA4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9EB65-BB7D-4D10-A8C2-17C18079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EE541-5DA0-44DD-B9F0-FE946BD7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CBA1DC20-7CA8-4DCF-AE67-A9F5F244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7B8E7CC-0DF3-4A0A-BF39-185DA093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B680D-7D7F-4675-AFBF-E8A33AA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Account progression is not a straight jump to opportunity.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06F13-B6FD-49ED-8485-CC3BABFB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Keep this slide conversational: make learners say what would change in their current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0E332-F24C-4437-8514-602CB828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E3F2A-E3F7-4586-977D-1614C423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7DA38-FE2C-4F81-8C9E-378F449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00F8E-91A2-49D9-8C4E-9ABC8E50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F29AC-C5D0-4B7B-B1DB-B0F208CC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31439-539E-4D52-BB5C-C135B14A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F6EF4-6615-43EB-9AAB-9187DFB1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rPr>
              <a:t>Cluster ICP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181E0-AD9A-4512-AD9B-339FAC1B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Fits target segment; need unknown.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38D98-9156-4B02-96C5-EA56F03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54B3A-743B-4DEE-B3F9-DC31DE00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FE45C-95B2-4ECC-AFC2-02B77B5F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rPr>
              <a:t>Future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0E4EC-6DB2-4476-839E-59635E7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Engagement or awareness; need unconfirmed.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B990D-6818-42DA-8564-A53570C2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0DF71-38F6-4CC1-9DBA-2A8ABDA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D2E19-599B-4310-8670-2C4165CB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rPr>
              <a:t>Active Focus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0E966-BBD9-4B4C-A35C-D17CFA39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Need, trigger, stakeholder, timing, or relationship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DA95B-AFE0-416D-92DA-CA75DFCC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C8F53-4A43-44E3-94D3-D0468575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2F187C-3E90-49A7-9E52-D3E9BF5A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Opportunity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A6D944-3C26-47A1-973C-3AB2549E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Declared requirement, value logic, champion, and next step.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9E780-38C7-4FD0-9953-B8183C26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334FC-9341-4201-BDAE-A67C5ADB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47328-ED3F-4CDB-BDB8-75ED004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Ask: which box is weakest in your current category?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7FAE0-7D9B-45C5-957C-630B4CA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B11AB-FAA2-419B-ADE4-49E2393B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21828A-2E68-4D91-89E3-3127A1CD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19CFC-506C-495A-B405-46BC48B0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2306386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542E2-B348-4BDE-96C8-359E18E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5F041-BAEF-4A51-8BAB-BE9463E5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0479C-AFAB-4741-9476-B94BFD90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3FDC49F-AEDD-4B34-8FBD-4184817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7DC8E591-CAE3-4323-91DD-E70E9CA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COMPOSITE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36722-9802-4A21-A45B-943EA50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calibration and validation services 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4B98C-3859-4097-9F52-3382EF0F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3AD32-9AB8-4571-9139-EAF74E8A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4BF5A-3BEF-46BE-8FC0-62ABA2AD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65BF3-A24F-40B4-9D52-0FCA3787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A4AD8-A860-4BE0-8D07-E6EF05E8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2458B-F9EC-4B2B-8E4F-BA59486E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94788-6DF3-4808-B367-7E921332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0ADAA-69F3-4570-8C65-2B1CEA76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4A85F-0EEC-49EC-A9FC-CBEFE8E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PATTERN AND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C78D2-2B67-4310-B819-95E4729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1432B-D2AB-4351-8080-C8C07B2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 quality coordinator reads one audit-readiness post. That is weak content demand.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D5E0C-83AA-4E3A-9CC5-829A7356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3DEE8-D0AA-4793-A2DE-FD90A0BB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same account returns to a calibration interval guide. Research the account and audit timing.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9EC29-7A6D-46CB-8156-D045B3C1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70EAB-A94C-4461-A3DC-C6F20A29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 validation head attends a webinar and asks about documentation. Map committee and send validation proof.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F4363-7A76-4258-9CF3-4DB6BE5F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EBDE9-AF56-4353-8C0A-CAB535C8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 plant head requests an audit readiness review. Strong vendor demand triggers Active Focus and sales 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317DD-433B-4910-89E8-66C20772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B469C-DEB3-4DF3-B75B-705C67B4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A9CCF-238C-43EB-9EE9-2923590F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C59D2-0660-42F5-B4CC-43EC383F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0AA3E-6438-4408-ABDD-F22231E3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8A205-2683-4041-AC8C-D44E2B07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816A50-6A2A-43D1-AE14-931AA03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D05929ED-308C-4B93-9C1C-A046FF6D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3641B1A-58C8-4F23-A18E-7B914D1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COMPOSITE EXAMPLE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109DA3-D692-497E-AAB1-D74728D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calibration and validation services provider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AB0D2-6F5D-4A4F-8499-9E528CF5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25F208-D52D-4241-BCE7-49E30E40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84AE3-1801-4C1A-B4BD-637F5052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99E4B-AB83-4DA4-9AF2-47791556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7A0664-ABDB-45FB-BAF1-6D7D47DF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5D3DD-3E00-4586-A37A-017F8972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ECF894-746F-4D46-B16D-5F1797BD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0EFAFA-7556-4DAE-B80C-CCB305A6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183099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560768-B79E-4FFE-B443-04521016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C1101-F32B-4F15-8FD1-2704634A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C879-7FCD-43EE-A4D3-14F50982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E25AD52A-C5E7-4B62-8AB3-C252268B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3AFB071-0697-4F99-A070-D2F5E2B2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DIAGNOSTIC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EC04A-1C9D-4840-B61E-B8EEA41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Run the room on one hard operating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6558A-DDCA-4EFA-87AE-D1D5697C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is the short live diagnostic before the exercise.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629B4-7B65-408D-8FCB-C162FB90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988DC-9A30-4752-AF9C-C026B7A9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C872E-E42C-4D84-8D2D-14D26B4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66BC1-4754-4510-B88A-84AA2AEB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1B32A-06C0-4B64-9469-C4CAE102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0915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AECAA-297C-4337-B238-F74A5CC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05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Which signals deserve education, research, activation, opportunity review, or disqualification?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98B9E-B5A6-4F0B-8E60-E3C1A96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C8C88-1A95-400D-BBF6-CC7A6AA8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PROMPT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149AF-7A60-4983-AE69-EAEECE9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75BE6-D826-40C0-8D2B-3A3C1A7C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is the account fit?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5914A-197B-4D92-AE91-A35D8929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59527-D036-4140-8B82-55B04928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demand state does the signal represent?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61229-C56B-4C51-8BDA-7C3294D4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BBB90-9B57-4822-9AA2-75B3F79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role created the signal?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0DCFF-916C-48BE-9B06-529AC47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842A6-21B2-4263-B54E-A0254318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Is it weak, moderate, or strong?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1AD59-5033-4F6E-A7B8-78C2953A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0FC17-FFB9-4D86-8E06-C5200F1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is the false-positive risk?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B75EC-EAA4-4467-AEE7-7EA33907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1AC03-6A85-4C08-B455-B903C7A0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is the SLA?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B4162-FFFF-4A84-9B0C-0570EE2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6E6F9-2F4B-4D7B-BA13-1D80A2AD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A994D-1479-4674-83DE-F9595BF7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492D4-D3B9-451B-9807-6328AE1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11934341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DD610-9AB6-4FD1-9B14-A0DF836A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2788F-28CA-45C7-9A7D-0C75A079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B823A-34D5-4E34-B38F-A4712946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E300CC2C-3DB0-42B5-86AA-21C63CD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65B4BE2B-CC90-444D-9269-B6C055B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EXERCISE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5AF6E-AC67-44B3-89EE-CBC782D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Classify and route five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5758A-2FE8-447E-97C5-04B1ECF6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exercise produces a working artifact, not class discussion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9DBF8-8188-4333-A242-A13C2F05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D8041-9BB3-4C4E-A16F-4A3E0B3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DA472-59B5-4F6D-909C-6386729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3405D-1563-4D12-BB4E-94F542BD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5113B-4F74-4DAB-8605-329F990F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82AA5-EB0D-4C02-A35C-676AC7E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BFEB6-2BA1-4ADC-90EC-A02B645B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TIMEBOX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2349F-787A-439D-811A-69F808B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8 min routing table, 5 min opportunity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C0789-E334-4C62-AA05-B3663F8F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4F97A-272D-4A18-9878-AECA8B7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FDC90-AF1E-4227-A518-5691AC75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Signal-routing table with owner, SLA, next action, and false-positive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E62EB-61D5-481D-8436-9C31B05A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7334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FEFEB-BA26-48C1-94CB-D1AFC8BE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5E954-258C-4DA7-AE1D-669F9781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LEARNER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33DE8-0673-4966-91EA-D76925ED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4BB83-FAEF-4EB7-B512-08842E7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E300C-163E-4E05-A231-3F72A3A3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Classify each signal by source, account fit, role, demand state, strength, owner, SLA, next action,...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74536-AF4D-4835-92CF-FBB0B3DA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1FAE6-16CD-4472-ACEF-C09C924D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52D27-C7B5-441E-8882-FCB35F10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194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Define opportunity review evidence: ICP fit, named stakeholder, need, value, demand state, next...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7F76B-D3AB-48E4-9E7E-6447F15C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609E7-C19B-4636-9A1B-6E78CB44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EF2AD-054B-4F64-8A0F-2C58E356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671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Downgrade weak or low-fit signals before sales receives them.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5920C-1331-493F-812B-C33FB4B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C768C3-77EB-4B26-8F23-D0E90843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F11DAD-8563-42C3-9AF8-A73F9175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16836-0DAC-4564-8AF4-9FF9079E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14423592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A227B-DCC0-4DD1-8633-1E24A1B8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E0C12-62B1-4621-93F7-22CB3C1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2BDD8-8251-4174-911B-85ABB297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62651FBB-5C48-432D-A785-5A8E66DA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5DC3A2C-366F-4E7A-8BBC-DDC0AFE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GROUP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319E0-C826-4D14-AA42-19F2D74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2D21C-A119-4A39-9D2D-655940D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D1A8E-4FC7-4DBE-9500-134BC16B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71DD6-FB6C-4379-89F2-6B557CB9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9E6AA-456A-490A-8F7A-A0841B2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48FB2-0060-4CDE-A5AF-8BCAC807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6C871-D892-4396-93FF-2E492C9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5481C-10A7-4AA1-979D-9B14976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79B04-CD42-406B-97A9-C3C1E5B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ACC9F-F898-4B0A-A9C7-1944504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TEST THE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D6FC7-7B3E-4D7B-95E2-EEBA0502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D7018-9A11-43D3-8192-1E7DC9C0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215B5-CE9E-436B-986E-0AF3D805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 one signal being over-routed to sales.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A7815-6413-49DF-9296-080293F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8E9FA-32C3-49A3-AF48-7F64946B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A989B-499E-476A-AAC8-FD938EC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 one signal that deserves faster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8E7CE-CAAA-4A59-A8C0-E4653A62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75023-159D-4255-BA42-D926F8AB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CDDAE-2D7B-45A4-84D1-4B9AA404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 one signal that requires committee mapping.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7727B-B82E-4A48-9CAE-7205792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BC654C-2C02-4BA3-8AE6-6A0A03EE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FORCE THE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4EC74-5384-414A-8D57-642F8ACB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F1D42F-11B6-40AE-B3E3-4C5B67C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64A646-F4EB-477D-90B6-DEF8943D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 one signal that should be disqualified or low-touch nurtured.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42355E-FD7D-4D00-BC05-06F9574E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51962-94FD-41EF-8240-7087876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D0DAF-9523-43C1-A37E-926A28F3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 one missing field that would make routing unreliable.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A7DA5B-5B63-4AE1-A626-5A45F930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DE5F63-6182-4344-B927-85DF3867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050E00-7C58-45A8-A993-FA5490BA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819782-0BF2-4A93-9A9C-E98BB5B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A3E8B1-0503-4DCE-8043-997F4C90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A7F191-F2A8-4185-B189-6F37E8D2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D816C-E607-4C93-9AD5-C43227D2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B20C2FBC-F587-4C55-9768-CEB0DE1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145874D7-3E28-4300-BF2D-DAD68369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GROUP CRITIQUE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6AC59C-D235-488C-83BA-30DE9AF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C254B-AA29-4248-8ED3-F20F64A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9F3974-1ECA-4D4C-85F9-A5AE39F3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799EC4-011A-4D5B-9EB1-A70E255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7AC530-F2D6-4F0F-A4A8-554CF13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45E2A-6678-4946-820B-F638E860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168928-8DAC-4C4E-97BD-DEA0EACE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146538-B4BA-4866-A836-52263F9F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76C359-430E-4A4A-AB8D-8027357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19507821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E3808-A34C-4F6F-BB9A-C669FBAC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35650-9AB9-464F-AA4F-11C4061E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8CC1D-9E89-413D-84FB-4806856D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4D19C622-BC0A-4BC2-B4C3-BFE73C12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202135DF-6062-4B4A-A50E-9E5A18A6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AI-ASSISTED EXERCISE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926F2-EF50-47C1-A010-3F2A7F5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AI to structure the attempt, then make humans responsible for judgment.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ADE60-F95D-4074-AF23-9BC93840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prompt is constrained by source, assumptions, output standard, and human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5FCE2-9F16-40AD-B92E-1E1674D1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67D6A-0B76-4BA2-AEBE-6368621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48DFD-FFAD-4D55-8ACC-B19C7777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1935B-59B4-4088-A4A0-5521E751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E04F2-94C2-4E78-9912-AEFF6EAB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6EA4-E2EA-4CE8-AA0A-45DA4A17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0960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3F459-6A06-4D8C-87E3-FB6D19E5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146D4-3131-4FD6-8AA7-41EDFBED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PROMPT TO GIVE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A179D-E321-4701-AADF-EEE3F95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Classify the signal table. For each signal, assign demand state, strength, progression state, owner, SLA, next action, false-positive concern, and missing evidence. Explain why the signal is or is not buying intent. Do not route weak engagement as an opportunity.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FEFDC-4F57-4E8B-A305-7F358DE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867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DAC75-6F5B-4A27-9A36-C22723E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64EC1-F730-4923-8429-63C5C80B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REQUIRED OUTPUT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6AF54-5A89-4575-AAB3-38F76C7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EAC5A-F53C-4C04-A98F-D712B8F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Demand state with rationale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63C57-4637-4C50-99E2-F94F654F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3A940-503B-49B8-A8E0-07736F1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strength and progression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FD8ED-F7D2-4610-B99F-60842745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F3C78-A8A9-4116-971C-94CEBE0A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004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Owner and SLA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AD600-F9FC-476E-B3A7-7B5B24A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306D6-A4A9-4866-9413-DC3E9369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Specific next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D4217-3C38-4BAB-A8CB-767ADCE5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9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89C80B-44CE-4B06-BA0D-5C1DC57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False-positive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F4EC3-01B1-4EEF-9953-F67E7371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468CC-9DA6-4C2D-A026-014FF5B3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2920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Missing evidence before escalation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9903F-5452-4CF4-A885-129FE1F8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4FE0FA-0DD2-4DFD-9000-44047BB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A92D04-130D-40B3-93DF-A7F5A725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27ACC0-D622-4D45-828C-7FC9A79D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BD6FD4-9005-499D-8D60-7185329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090D55-DBBE-4B2E-9BB6-CC74352C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D4820-7953-4F9E-B34A-99BEFDA3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F362D38F-6D4B-498E-9445-5666E37C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9DBF8C3C-A499-41E4-9C87-94E3F22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AI-ASSISTED EXERCISE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BA9CD0-9EA6-49F8-9271-4247468F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AI to structure the attempt, then make humans responsible for judgment.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BC17D1-CF70-45AE-B2B0-07AC7580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prompt is constrained by source, assumptions, output standard, and human validation.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2AE71C-BF94-49AF-B558-4EF123A3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4519B8-976C-402E-A49D-A6BC843C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932DDE-49F1-4E98-AB0C-1C882A3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5C9F90-5701-4ECF-B229-C2D1A8E2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B6893E-15E2-48CA-967A-00870AA0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CA6776-E99B-428B-A692-090F2D0A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6162EA-5305-436E-9441-72F9DA66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20531670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81F244-4BA4-4A23-9202-506922D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A19A1-9028-41FC-BB1A-BA915AF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56958-04C6-4954-91EB-09E93494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D1CFC253-E2E0-4B4C-B7E8-AC6D132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9527FA8-CC36-464D-98E2-B15CB00E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HUMAN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814FB-E247-4CCF-98C9-94514502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 can draft structure. Humans must repair industrial reality.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423F3-4374-4ED4-B595-74D8B1EB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3948F-CE84-4143-A46D-C3339C83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EB1C0-00DD-4E3D-AE50-4EC18B89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9C7DA-B648-4AB1-839E-4AC6FD4F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A3894-1043-46B3-889D-FF45518B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D6ABE-3132-4B4B-81B4-8793D03B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2B59F-4499-42B8-AB32-8A3F27BC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76771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07619-DAB0-456F-96A2-E9A110E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F1C32-2202-4D57-BD0F-43339C71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REJECT OR REPAIR WHEN AI OUTPUT...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6595F-BB6D-4151-86A7-AD05E53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9A650-7722-4C2B-AF96-594D4F1E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engagement equals intent.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48A13-9BE4-4970-95D6-0482B80F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50225-566A-4730-80DC-A1186C82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skipped ICP fit checks.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E7D34-D435-4158-9F18-200DCB7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B874C-12CF-45B1-8B81-6ACC2C9A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routing that ignores buying role.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2C055-22FE-4542-A930-EE7FC3C8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78BD3-91F0-466B-B3C2-937A4D24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outreach without relevance.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A59BF-47C4-4A76-8E50-0420D85E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AB9F7-E6E9-458A-9D6D-5BAAB212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weak signals escalated as opportunities.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0EF0AE-1045-4427-BE6D-618E1DB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040E8D-C0BD-4041-9EEA-991D7694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strong vendor-demand signals left in nurture.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14D73D-A0E4-4D16-AC56-37BD38CE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428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2DF70-18F6-4F11-BF37-5CCE464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999EE-1A4B-4DAB-B270-389934B6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9B370-C451-4E1A-91BF-24480C2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correction standard is not nicer wording. It is better industrial judgment: category specificity, proof, owner, field, SLA, cadence, and disqualification where needed.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4DF2C-B132-461F-8867-3EA316AA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09F8E-4D49-401B-8393-92A16CDE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3A167F-FAA6-4F57-9E74-B4F1A041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what the AI is guessing.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8672D5-1AA5-49EA-89EE-581221F8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EA87F1-390B-4D65-A54E-071AAE8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2600A7-C968-4494-A4AB-DA878F0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A55FFB-7FFA-4116-9DA3-EAC213D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1E6784-70D3-438C-BB5B-7349043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5AC4AA-681D-43C9-B641-C87CEE1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18D9B7-20B2-4FA0-9564-B6A3115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744B262-2971-4586-86BB-98CF3715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FC8979B1-0567-4039-97FD-E28537BE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HUMAN CORRECTION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086FA1-FE66-4785-8EF3-AF3436F3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 can draft structure. Humans must repair industrial reality.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712284-48D6-44A4-8FC5-B052EB20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98D615-E426-40AB-8D8A-B5D4C7E0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026EC6-EEAB-4EB8-9730-02778F18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1A5505-9566-4B1F-9B53-4F1BF7B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52126F-8C79-401D-A88B-7757DE15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8D4E2F-95FB-482F-8539-6D2CF960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63C38B-2D7F-4CFF-B537-B30C52A6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D050CB-E879-403A-94E0-DE52AB94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1366976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7163D-2D51-4B8C-9F0E-C20F96AF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D23B3-CAA9-46CD-8B90-615B76CB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9CF46-5B1D-41D2-B250-51F4C5A8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BAD3B7C1-E25F-4E5C-9219-50896D07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590CC22-B198-4E8A-82B4-8B22861D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REVOPS 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E06EC-D0A2-44E6-A169-C0B1A05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 routing needs a signal object or working 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0295B-187A-44F8-9C7D-51FD68EE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artifact must become inspectable in a field, board, owner model, or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ED87A-0516-4DA2-8A96-707BCA73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BCB7E-E9A0-4E6F-8827-A9C6EC2E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99ECA-CFDD-4494-A1A4-61B13AE5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C8204-53A6-48B1-9DB1-FE2DC42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5905E-4942-44D9-9DDF-A2EE7619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3C15A-D8FA-4E50-B2B9-F99758D7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7A396-89FF-400B-BECD-4397AD75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267C9-D899-4551-A409-89C29431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E3C95-EFAE-42C5-ADAD-582B2933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D309A-46B3-4F60-AEDB-8FF4769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1E847-1CA4-46A9-8719-6F526CDA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8E979-9F3C-4077-8930-1BB4727D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22CFD-DC78-48E3-A437-9C2B49F9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Contact or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6D635-B8AB-48D5-A64C-A58D6FD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5749F-3625-4DD9-864E-A1552FD6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D4D27-085C-47AB-BF8F-52F9BC1E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1C58A-0A44-4B4C-9EB6-C420AC19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6B890-AA2B-40EF-B822-5423BAEF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8F53F-DF8C-4A14-89A3-5E02A988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Asset or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00D91-DE4A-4FF7-9381-9269634A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B08CA-1C8E-4285-977A-EF7B8A1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9B16C-C775-4A76-B4FC-5A710D2D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Demand state and strength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B4BB0-2840-4385-9012-DA187058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6BEB9-BF0B-403F-88AB-EDF8038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8DA16C-2529-470B-A72D-0045DE2B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Fit and progression 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CAE81F-2AD4-4A7D-8697-90B0D4F5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BC3086-AD33-4359-AFCD-B30D9051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CA111-8ABF-4384-8900-8D97223C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Owner, SLA, next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8BD5F0-BCCF-480D-B730-B2E4A06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59D44D-F5B1-4C25-B6D6-C924B619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D40A79-BDD6-4701-BACC-DD52B309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False-positive risk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BEE7AC-BE09-4723-B96B-7F8F3EE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3B3279-197E-4E98-83A2-1719F5F9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0C09DF-33BB-491A-99D0-9E27B37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If it cannot be tracked, it is not operational yet.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97F1F1-C5FD-43E6-BFFD-3B67DFB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53F4B9-5480-4929-990B-EEF5D528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2CB796-BDF6-4325-BDEA-CAD9183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B12AA2-B7ED-46E3-AF3E-9F89E186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8867436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555C0-FA14-4FA1-992D-2A9D2752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61ECE-2FCF-41C9-9086-6F01EDF8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1CAC0-9070-44CA-A905-D8D3A757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DF88EF03-7592-41F7-94D3-EA7F826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6164520E-7F97-4717-BE66-2CDB58B3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FAILURE MODES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A6E42-74E7-45C9-8BA4-87387311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57CAF-F5B3-4BED-8844-B895BC8B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B1B74-D70B-4F3F-830C-117102D4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DFF37-EECC-4B75-9FBA-484A1AFE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F8472-B0CB-4A31-834D-6489A714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BC2C8-F112-42C2-8565-68FA6C4D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C6E12-0629-4E2A-9358-88CC89ED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38612-6976-4FDB-983B-9672BF2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3A4C0-106A-41A5-90B3-1DB5DD2F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476A7-B488-4642-B210-A00CCCFC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24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18115-00DC-4076-AA7E-3104AAB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looks 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6AD85-B1B2-462F-B972-03113C14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B9209-5FE3-44CA-8BD8-B7F77389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3995F-BF35-46BC-8E5B-0E21B04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Intent inflation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6681B-CB84-44AA-8730-27AE159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click becomes a 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682C6-0966-41B7-99AA-97E908DA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Route by fit, state, role, and strength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1EC7F-8E5E-48F9-A920-AEC76D5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F4C62-7CE0-49C4-ACFA-BA4401A9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198CC-A462-4F3E-832C-DF877D4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Weak sales handoff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F050C-8C68-4BFE-81E4-56D8E721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Sales receives names without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BFB55-C3DE-49ED-B05F-F28040CF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Provide signal reason and next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F1C42C-D1EF-4744-A238-773FE25A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576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93FCF-0C2B-44FD-94BA-BFBE480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decay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4978E-8967-4BD0-B46F-FA02DE3D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Strong signal sits untouched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A337A4-3C88-4226-8696-3DC4842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Define owner and SLA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715564-18E8-4862-944F-749A652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ECFDE-DA24-467D-AE2E-03922F7D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34B6E-8A40-45D5-A8AE-775AECF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CRM blindness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BA465E-90D7-4F9D-877F-240A1603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Signals live in chats or notes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E376E7-0293-49A2-B1D7-E22F3532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Create signal object or shared 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E638F-35EC-48C3-B6F6-D49AB719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EAC35-41BE-4DE5-B79C-ABB09EC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05A4AC-CB5B-48BB-8E89-A91ED3E8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5F633-0C99-49D4-83CC-C993B85A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58E103-CFFC-4F4F-BE5B-3457A31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1D8636-4A31-426F-82ED-76FF21D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43BFC9-09B7-4421-B06D-009AC2B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D9E431D3-CAD3-433A-9E1F-1A4C4911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138F2B6-CD2C-43A2-8649-F2E52FC5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FAILURE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27B0EF-ECAA-4922-8B81-C17F8B7E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5EA68F-7C2A-4ACE-A094-F1C1C924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3FE60C-E781-476D-A24A-4C37F6E4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73435A-8AEA-4BD7-A68A-BAE4B10D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20CFED-CA68-41E3-BC89-D6B38B42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DDCB12-F8DF-4205-B3CE-BDBDC0FB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19C7B7-C8C8-4DC7-B68F-CC92D57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2193C7-B990-4562-BC18-47FDACA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6CB342-478B-4257-B307-DDDF3813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7390610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62856-B90C-4D7A-8F2A-012A02E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42300-84A4-4149-AF41-DAA1B055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8ABEE-4040-4741-83F3-08E2A929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28198C71-FAB2-42F1-A0CB-24533D74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8561668-F422-439B-ADDA-D0D0C561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FINAL 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0A8E0-5093-4BE0-842A-EDC0AD45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637BD-CFB0-47F5-8FC8-CA0F609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5F5A8-1E75-4D73-8534-DC92933B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3D8AD-3279-4B5D-A6CA-2568CAAE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D63A9-CEE3-4312-AFA0-9F153CB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DC935-8EA9-4B4B-A840-2CD5BDC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667FC-8529-4BFA-A466-FDDD2FA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422F8-3575-4794-B482-9B7643B8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8199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EB673-ACBC-4523-ABBC-35FA80C6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D1406-B134-4F26-A536-EA45F2D4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ARTIFACT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AB52F-EBAF-41F6-84C7-D2941C37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9112-519E-4129-A181-812A1FA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Weak, moderate, and strong signal examples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8BA1E-91D7-44B8-B548-CF8E74F5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68D7B-697C-4EEC-B695-506542C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Content, solution, and vendor 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5CDE6-F9B8-4435-89AF-44742D1C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A9B0E-4E77-4A89-9E0D-A8D4BA27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Source class and buying 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2B84-F35D-4FC3-A6E5-ADF3CAF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04A74-EBD0-40B0-A465-A4D88B8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Owner and SLA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803FE-4174-4A21-9C55-070D181C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9965E-31E1-4360-997A-7302BDE0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C5EFD-356A-46DF-B71F-9239D5C4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354B8-BF73-4F09-A921-14B16A22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False-positive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18762-B850-44DA-A43F-77726B6F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83F3A-618C-44D9-863C-13AD647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Opportunity review criteria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1396A0-D1A4-4A77-A253-3C4BDE25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5143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E9499-9100-4209-9C0D-630180B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D45B5D-A4E2-4CDA-A7E3-95B7479E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COMPLETION STANDARD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F35120-3340-40D9-8259-3581D48F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artifact passes only if sales, marketing, RevOps, leadership, and an AI agent could inspect it and know what to do next.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06C4F7-2601-44DF-B623-3378DB8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5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If it could be used unchanged by a generic SaaS company, it fails.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CCDC8E-2B2F-4A7D-8153-5817287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964562-FB58-4FAB-BF33-B9DDAFC7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8EF7C4-1B7E-47D4-8A11-39A0352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AF5DFF-1FA5-4A4C-9735-C90E52F7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EA5F72-05C2-4FFC-ADD2-FB883F6E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21D96A-2F8A-49E6-BBF8-F0AAEE1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D977A5-27B2-4A77-91DB-224AD9C1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8FB9AEE7-9680-4EFE-8549-C1F27365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0F81F3B-5064-442E-8ED4-F6137C9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FINAL ARTIFACT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4E9C59-8783-4F63-8288-73676AC5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B549B9-94A7-4246-9E86-07C23B70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6BF06C-2FD1-4EF5-8A7A-EAC9F62F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AEDEBB-0BFA-4BC9-8B48-6FD838F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1C1664-E235-46FB-8CD4-5AA1116C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7ABAE3-1552-4F10-BEBA-F0A6FD6E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7924A1-E412-4F01-AAB9-23253A9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7278A1-0C88-4A67-97B4-73626846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C64D4D-C121-44AD-9E12-F52C8EEF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1304447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F9884-2A2D-45C1-AF6E-518D4938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9E8E6-637D-46C6-AAEC-70981B63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92752-BC9B-4471-9FC4-F97592C3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F53894F1-12B2-4EDD-9E4E-31E9A5C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3198041-B1C4-450F-ACAC-37A5DE94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07 /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908-99AA-469A-9709-D8D01C4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Carry forward: Signal-routing table with owner, SLA, next action, and false-positive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7ED93-0D6A-4843-B15A-EFA74871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F5487-88BA-429C-B350-B6163A7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EC7B4-4FD8-4056-A6FC-9730B334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9FDF1-9E1F-4F30-9FE2-1D107AA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09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Routing creates disciplined next actions. The final lesson turns those actions into weekly governance and a 90-day pilot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1F246-829E-4DAC-B850-0AA8730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6D7CC-53E9-4300-B06A-4DDA795A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9AFF0-63E8-437F-B367-273A8DB2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0C26B-B3D2-4726-947C-A19A6CD9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Lesson 08 - Measurement, Cadence, And 90-Day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C1B2C-DA2A-44F1-886C-408FB860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091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197D0-50D4-4195-B6FA-A4F3154E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Recurring instructor check: sales impact / signal / RevOps field / buyer content / AI risk / industrial failure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790EF-5BE4-49E3-9653-CD176ECD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F92E7-5F9B-4409-803B-12FB22D9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07 - Signal Routing And Demand Capture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34562-C763-42E0-A8FC-682D812B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modules/module-01-industrial-demand-generation/lessons/07-signal-routing-and-demand-capture.md @ 9e28222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D7513-AFEA-4DE3-906C-32468E70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1281691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2026-05-16T17:00:47.4540000Z</dcterms:created>
  <dcterms:modified xsi:type="dcterms:W3CDTF">2026-05-16T17:00:47.4540000Z</dcterms:modified>
</coreProperties>
</file>