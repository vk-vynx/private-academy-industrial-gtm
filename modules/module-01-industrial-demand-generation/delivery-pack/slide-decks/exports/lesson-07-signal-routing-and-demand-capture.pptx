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fc343fa3454f24" /><Relationship Type="http://schemas.openxmlformats.org/officeDocument/2006/relationships/extended-properties" Target="/docProps/app.xml" Id="R66a607da216f4949" /><Relationship Type="http://schemas.openxmlformats.org/officeDocument/2006/relationships/officeDocument" Target="/ppt/presentation.xml" Id="Rcfeca23eb9524e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117e1ff0e24094"/>
  </p:sldMasterIdLst>
  <p:notesMasterIdLst>
    <p:notesMasterId xmlns:r="http://schemas.openxmlformats.org/officeDocument/2006/relationships" r:id="Rab141270e39f4670"/>
  </p:notesMasterIdLst>
  <p:sldIdLst>
    <p:sldId xmlns:r="http://schemas.openxmlformats.org/officeDocument/2006/relationships" id="256" r:id="R5a58c507dace4a3c"/>
    <p:sldId xmlns:r="http://schemas.openxmlformats.org/officeDocument/2006/relationships" id="257" r:id="Rfcdb1e2d2caf4276"/>
    <p:sldId xmlns:r="http://schemas.openxmlformats.org/officeDocument/2006/relationships" id="258" r:id="R8951cf0961a04312"/>
    <p:sldId xmlns:r="http://schemas.openxmlformats.org/officeDocument/2006/relationships" id="259" r:id="Rb54577f2cd034675"/>
    <p:sldId xmlns:r="http://schemas.openxmlformats.org/officeDocument/2006/relationships" id="260" r:id="R883cfb9877d54126"/>
    <p:sldId xmlns:r="http://schemas.openxmlformats.org/officeDocument/2006/relationships" id="261" r:id="Racc271ff0c884e4e"/>
    <p:sldId xmlns:r="http://schemas.openxmlformats.org/officeDocument/2006/relationships" id="262" r:id="R1f72ee119e0f4b2e"/>
    <p:sldId xmlns:r="http://schemas.openxmlformats.org/officeDocument/2006/relationships" id="263" r:id="R5fc7b4130c1e432e"/>
    <p:sldId xmlns:r="http://schemas.openxmlformats.org/officeDocument/2006/relationships" id="264" r:id="Rce4b0841757e46a8"/>
    <p:sldId xmlns:r="http://schemas.openxmlformats.org/officeDocument/2006/relationships" id="265" r:id="R76a4f9d004e94e1a"/>
    <p:sldId xmlns:r="http://schemas.openxmlformats.org/officeDocument/2006/relationships" id="266" r:id="R0e71521650e442f8"/>
    <p:sldId xmlns:r="http://schemas.openxmlformats.org/officeDocument/2006/relationships" id="267" r:id="R2294ee8cc5674dcd"/>
    <p:sldId xmlns:r="http://schemas.openxmlformats.org/officeDocument/2006/relationships" id="268" r:id="Rc7b53cbe6da94e9a"/>
    <p:sldId xmlns:r="http://schemas.openxmlformats.org/officeDocument/2006/relationships" id="269" r:id="R267b6f1321d043cf"/>
    <p:sldId xmlns:r="http://schemas.openxmlformats.org/officeDocument/2006/relationships" id="270" r:id="R2abf88b123a84a6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117e1ff0e24094" /><Relationship Type="http://schemas.openxmlformats.org/officeDocument/2006/relationships/theme" Target="/ppt/theme/theme1.xml" Id="Rfccf4b1ad4b64a11" /><Relationship Type="http://schemas.openxmlformats.org/officeDocument/2006/relationships/notesMaster" Target="/ppt/notesMasters/notesMaster1.xml" Id="Rab141270e39f4670" /><Relationship Type="http://schemas.openxmlformats.org/officeDocument/2006/relationships/presProps" Target="/ppt/presProps.xml" Id="R4f8fd1ae3e0e43e1" /><Relationship Type="http://schemas.openxmlformats.org/officeDocument/2006/relationships/viewProps" Target="/ppt/viewProps.xml" Id="R864aa186ed1d45b9" /><Relationship Type="http://schemas.openxmlformats.org/officeDocument/2006/relationships/tableStyles" Target="/ppt/tableStyles.xml" Id="R823f3b62005f4b92" /><Relationship Type="http://schemas.openxmlformats.org/officeDocument/2006/relationships/slide" Target="/ppt/slides/slide1.xml" Id="R5a58c507dace4a3c" /><Relationship Type="http://schemas.openxmlformats.org/officeDocument/2006/relationships/slide" Target="/ppt/slides/slide2.xml" Id="Rfcdb1e2d2caf4276" /><Relationship Type="http://schemas.openxmlformats.org/officeDocument/2006/relationships/slide" Target="/ppt/slides/slide3.xml" Id="R8951cf0961a04312" /><Relationship Type="http://schemas.openxmlformats.org/officeDocument/2006/relationships/slide" Target="/ppt/slides/slide4.xml" Id="Rb54577f2cd034675" /><Relationship Type="http://schemas.openxmlformats.org/officeDocument/2006/relationships/slide" Target="/ppt/slides/slide5.xml" Id="R883cfb9877d54126" /><Relationship Type="http://schemas.openxmlformats.org/officeDocument/2006/relationships/slide" Target="/ppt/slides/slide6.xml" Id="Racc271ff0c884e4e" /><Relationship Type="http://schemas.openxmlformats.org/officeDocument/2006/relationships/slide" Target="/ppt/slides/slide7.xml" Id="R1f72ee119e0f4b2e" /><Relationship Type="http://schemas.openxmlformats.org/officeDocument/2006/relationships/slide" Target="/ppt/slides/slide8.xml" Id="R5fc7b4130c1e432e" /><Relationship Type="http://schemas.openxmlformats.org/officeDocument/2006/relationships/slide" Target="/ppt/slides/slide9.xml" Id="Rce4b0841757e46a8" /><Relationship Type="http://schemas.openxmlformats.org/officeDocument/2006/relationships/slide" Target="/ppt/slides/slide10.xml" Id="R76a4f9d004e94e1a" /><Relationship Type="http://schemas.openxmlformats.org/officeDocument/2006/relationships/slide" Target="/ppt/slides/slide11.xml" Id="R0e71521650e442f8" /><Relationship Type="http://schemas.openxmlformats.org/officeDocument/2006/relationships/slide" Target="/ppt/slides/slide12.xml" Id="R2294ee8cc5674dcd" /><Relationship Type="http://schemas.openxmlformats.org/officeDocument/2006/relationships/slide" Target="/ppt/slides/slide13.xml" Id="Rc7b53cbe6da94e9a" /><Relationship Type="http://schemas.openxmlformats.org/officeDocument/2006/relationships/slide" Target="/ppt/slides/slide14.xml" Id="R267b6f1321d043cf" /><Relationship Type="http://schemas.openxmlformats.org/officeDocument/2006/relationships/slide" Target="/ppt/slides/slide15.xml" Id="R2abf88b123a84a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93dac782c8e4c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26cc2fdb7843cb" /><Relationship Type="http://schemas.openxmlformats.org/officeDocument/2006/relationships/notesMaster" Target="/ppt/notesMasters/notesMaster1.xml" Id="Rd90f46560d8c4d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05065e807b4bba" /><Relationship Type="http://schemas.openxmlformats.org/officeDocument/2006/relationships/notesMaster" Target="/ppt/notesMasters/notesMaster1.xml" Id="Rd9031db8369845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db82b5263a47bb" /><Relationship Type="http://schemas.openxmlformats.org/officeDocument/2006/relationships/notesMaster" Target="/ppt/notesMasters/notesMaster1.xml" Id="Rd7960b75cb194f1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90d3d379964549" /><Relationship Type="http://schemas.openxmlformats.org/officeDocument/2006/relationships/notesMaster" Target="/ppt/notesMasters/notesMaster1.xml" Id="R8841532f679440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1416b84ef946aa" /><Relationship Type="http://schemas.openxmlformats.org/officeDocument/2006/relationships/notesMaster" Target="/ppt/notesMasters/notesMaster1.xml" Id="R61b39d92c62d41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96662c6e9b4c9b" /><Relationship Type="http://schemas.openxmlformats.org/officeDocument/2006/relationships/notesMaster" Target="/ppt/notesMasters/notesMaster1.xml" Id="R8f2f6281c2aa4f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84c8bdb4b64155" /><Relationship Type="http://schemas.openxmlformats.org/officeDocument/2006/relationships/notesMaster" Target="/ppt/notesMasters/notesMaster1.xml" Id="Rd32e9b48da5143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ea54d64f8b4c4b" /><Relationship Type="http://schemas.openxmlformats.org/officeDocument/2006/relationships/notesMaster" Target="/ppt/notesMasters/notesMaster1.xml" Id="R69932533063e4b5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94f337f32d4a82" /><Relationship Type="http://schemas.openxmlformats.org/officeDocument/2006/relationships/notesMaster" Target="/ppt/notesMasters/notesMaster1.xml" Id="R9acc0031f49144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16fd9287ddb420a" /><Relationship Type="http://schemas.openxmlformats.org/officeDocument/2006/relationships/notesMaster" Target="/ppt/notesMasters/notesMaster1.xml" Id="Rcc8486384ad245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9d24a801094f21" /><Relationship Type="http://schemas.openxmlformats.org/officeDocument/2006/relationships/notesMaster" Target="/ppt/notesMasters/notesMaster1.xml" Id="R97e567df80b54f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bbb539afb84e4f" /><Relationship Type="http://schemas.openxmlformats.org/officeDocument/2006/relationships/notesMaster" Target="/ppt/notesMasters/notesMaster1.xml" Id="Rc74f3867ca1a4c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b19b7281cd4dbb" /><Relationship Type="http://schemas.openxmlformats.org/officeDocument/2006/relationships/notesMaster" Target="/ppt/notesMasters/notesMaster1.xml" Id="R7474d58cbaad4b9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bd70693576a4af8" /><Relationship Type="http://schemas.openxmlformats.org/officeDocument/2006/relationships/notesMaster" Target="/ppt/notesMasters/notesMaster1.xml" Id="R51fa93501f64491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85fd075ab14292" /><Relationship Type="http://schemas.openxmlformats.org/officeDocument/2006/relationships/notesMaster" Target="/ppt/notesMasters/notesMaster1.xml" Id="Re6e3e95d77e44b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261dd83cad4c6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1b71907a9c24435" /><Relationship Type="http://schemas.openxmlformats.org/officeDocument/2006/relationships/slideLayout" Target="/ppt/slideLayouts/slideLayout2.xml" Id="R1c836f6f132543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836f6f132543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2f73ff7b5d4d9f" /><Relationship Type="http://schemas.openxmlformats.org/officeDocument/2006/relationships/notesSlide" Target="/ppt/notesSlides/notesSlide1.xml" Id="Re9a6019b75ed47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9de6db0fc94498" /><Relationship Type="http://schemas.openxmlformats.org/officeDocument/2006/relationships/notesSlide" Target="/ppt/notesSlides/notesSlide2.xml" Id="R9cd8b18095184c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4a25da042e49fa" /><Relationship Type="http://schemas.openxmlformats.org/officeDocument/2006/relationships/notesSlide" Target="/ppt/notesSlides/notesSlide3.xml" Id="R57fb2c74783846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4e94c1f2ac464d" /><Relationship Type="http://schemas.openxmlformats.org/officeDocument/2006/relationships/notesSlide" Target="/ppt/notesSlides/notesSlide4.xml" Id="Raa222d3cdf3342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c7f7f4ef5e47e9" /><Relationship Type="http://schemas.openxmlformats.org/officeDocument/2006/relationships/notesSlide" Target="/ppt/notesSlides/notesSlide5.xml" Id="R82e7c443c3fc44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c2592dbfd74c72" /><Relationship Type="http://schemas.openxmlformats.org/officeDocument/2006/relationships/notesSlide" Target="/ppt/notesSlides/notesSlide6.xml" Id="Rd341c6128b2a40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13c174417e4d80" /><Relationship Type="http://schemas.openxmlformats.org/officeDocument/2006/relationships/notesSlide" Target="/ppt/notesSlides/notesSlide7.xml" Id="R1c9fb7c5ecf94e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050f8a6646405c" /><Relationship Type="http://schemas.openxmlformats.org/officeDocument/2006/relationships/notesSlide" Target="/ppt/notesSlides/notesSlide8.xml" Id="Rf428c2296d1447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36816a7a6f4dea" /><Relationship Type="http://schemas.openxmlformats.org/officeDocument/2006/relationships/notesSlide" Target="/ppt/notesSlides/notesSlide9.xml" Id="R25ed40a30cd04e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472114249049c1" /><Relationship Type="http://schemas.openxmlformats.org/officeDocument/2006/relationships/notesSlide" Target="/ppt/notesSlides/notesSlide10.xml" Id="Ra796b214c8a048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f61634e2eb42df" /><Relationship Type="http://schemas.openxmlformats.org/officeDocument/2006/relationships/notesSlide" Target="/ppt/notesSlides/notesSlide11.xml" Id="Rbafa141157ee47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c912eec69b450f" /><Relationship Type="http://schemas.openxmlformats.org/officeDocument/2006/relationships/notesSlide" Target="/ppt/notesSlides/notesSlide12.xml" Id="R944b3ead93c3486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6cf2c035ad4bf5" /><Relationship Type="http://schemas.openxmlformats.org/officeDocument/2006/relationships/notesSlide" Target="/ppt/notesSlides/notesSlide13.xml" Id="Rf786bf57c49d44a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3dc0c6d3a942ed" /><Relationship Type="http://schemas.openxmlformats.org/officeDocument/2006/relationships/notesSlide" Target="/ppt/notesSlides/notesSlide14.xml" Id="Rf48ac1eccec7416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b400a334ae4cad" /><Relationship Type="http://schemas.openxmlformats.org/officeDocument/2006/relationships/notesSlide" Target="/ppt/notesSlides/notesSlide15.xml" Id="Rf3ccfe05ed66498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F25E2C-C5F1-4A3C-94F0-FD3841936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5A7D2-711C-4837-BCE4-72312FAE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0325F-CCE1-402A-A555-30FC84C7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19A74D43-6D69-4F2B-9253-A6E57E08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D96930E6-6E57-4D92-8F90-657D6CDD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INSTRUCTOR PROJECTION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45F86-453C-447F-B478-9D1CD660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239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Signal Routing And Demand Capture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02C7A-A820-4FFD-87EF-2D3873B0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7048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Demand Generation / Live workshop projection system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64DB9-3B8C-4234-A0C2-E260FC5B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DCE8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753A65-F8BD-4C55-9A10-AD1EA4C0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24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0D4B1-C25A-4C75-87C9-FC51F4BE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3375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F0DF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76A96-6078-4E3D-A001-41B6E2DA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381375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Instructor-led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4D6D1-6724-45BB-9B2D-494AF0E8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33750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E4E9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ED45F-34F9-4686-9FBB-D3D38ACA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813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Artifact-first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352E16-7F94-43BB-B91A-806F19B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895350"/>
            <a:ext cx="33337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3BE83E-3E8B-4CBC-B368-8D29298E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276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21AF53-FCE3-415C-87E0-003B7BB0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00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236CD6-E42A-420D-A97D-EE73EC6A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2724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Signal-routing table with owner, SLA, next action, and false-positive 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263EFB-CF19-4768-9704-EA3603DC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47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3E7062-0B21-4370-A603-B2BC46D1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71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WORKSHOP RULE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945757-2016-449E-BD2B-B22165BB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2609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Teach the operating decision, run the diagnostic, then force a usable artifact. The slide is a teaching cue, not the handout.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F4FFBC-3D53-4274-84F9-0FDCEB48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529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DC5BA6-9446-4EDE-BE23-A75AB37B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767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 COMMIT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4DCC21-525B-475A-88FE-7E0B4652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815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9e28222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E7F0EC-6AF6-4B92-B068-5BF4326E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28AEBF-444B-4826-A708-1E240EC4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E896A4-2BE1-4D3F-BD95-64C39C0B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8C4773-6F8D-496A-88E3-789E2782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1/15</a:t>
            </a:r>
          </a:p>
        </p:txBody>
      </p:sp>
    </p:spTree>
    <p:extLst>
      <p:ext uri="{BB962C8B-B14F-4D97-AF65-F5344CB8AC3E}">
        <p14:creationId xmlns:p14="http://schemas.microsoft.com/office/powerpoint/2010/main" val="103223410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CE56DE-07E2-4BDD-9015-8598AEDB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A944C-E4EE-4E81-966D-C1FE88A1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F9340-EE80-4D35-904B-49004DE0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DC808853-9303-426F-ADFC-52E51C4B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B0DE9C98-B8D1-423E-B612-C534EE9A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LESSON PROMISE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866CB-6428-441B-AB46-8424EF92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The promise is an operating capability, not a concept label.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92450-39C8-414D-B657-00B30A8D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set the standard for the artifact learners must produce.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2CCE8-068C-41C1-A739-66510298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A066B-7EDF-42BD-B761-88CAFD5A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B2F41-4F7D-4845-B56A-ECB9677C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5C8EF-8AAC-4355-8EE1-7CD4185F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AB35A2-97A1-44D3-86E3-A0175E1E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619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2F574-1A2A-4AC5-8223-E244E4A9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561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Classify industrial demand signals by account fit, demand state, buying role, and evidence strength, then route each signal to the right next action.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BBF3BA-733B-47EA-90CC-FDFA6DFA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533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179CDC-E3C7-420B-8BF2-C7643269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A signal-routing table with owner, SLA, next action, false-positive risk, and opportunity review criteria.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1A8495-FA2E-4908-BDFF-919171DA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38350"/>
            <a:ext cx="4248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125C9F-433A-4FDE-A5FE-3467A9AA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003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8A85F8-E8DC-480E-80DD-A6EF2E6D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STANCE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42B493-699F-4945-8009-CFF53D54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7BA88E-7249-4137-AD6C-5ABEFAD7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860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for evidence before opinion.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A948A9-4DFA-409A-93EE-420F3371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527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59BEB4-43B1-45FD-BB3D-08C65E0D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861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the workbook for capture.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18EC7D-143E-4EB5-B49F-A846C228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52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D8AD27-EE61-45F7-8793-AE1CA2B0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861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Keep first drafts subordinate to human correction.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7DBF82-AC13-4EBF-8F00-24FFD933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952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B4D21A-0F09-4745-848F-4AB8AE7C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862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 not accept generic SaaS or lead-gen answers.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0EEFC7-7C77-4AC6-A62C-A24114A4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63D0E5-D697-4F01-B037-E2199F47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2DB1CA-3850-4A33-88F4-090EFA67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248C11-EDAC-4245-90A9-2BA7BB85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</p:spTree>
    <p:extLst>
      <p:ext uri="{BB962C8B-B14F-4D97-AF65-F5344CB8AC3E}">
        <p14:creationId xmlns:p14="http://schemas.microsoft.com/office/powerpoint/2010/main" val="44104479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D8B720-D626-48B3-932F-24103FDA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92E184-304C-4A4A-BA4C-C9A53C51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B919F-BD4D-4B61-93D5-A6CC01AE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4F8BD848-6CA9-40FA-B45C-C757F185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3629FC5F-C89D-4BE0-ADA5-0D84D5C7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WHY IT MATTERS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EF932E-08BA-46B7-BDD8-E9A8BDA6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Industrial GTM punishes shallow assumptions.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A72B7-9286-4995-9B62-3E5A05D2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instructor should tie every point back to long-cycle risk, committee proof, and trusted circulation.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E51C55-642F-4148-839E-A7D1004E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9BDA15-6652-4256-94C2-8912C01F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59D6F-C992-4D61-AEB5-542568E5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BA3D7-F1DC-4364-8718-6E1A132D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C787B0-7E0D-4F1C-B02A-C9154F0FE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5143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6D7BA-FB6C-468E-80DC-FC9EE302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7EA48F-62EF-47BC-9D66-B020D8D3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REALITY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1B872E-7C04-463B-9EC8-2CACA67A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E2DA65-2BF0-4826-9902-44DD54C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most expensive demand generation error is treating every signal as buying intent.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0FDDBC-EC95-4920-AF51-5AED9980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D8E6D5-7E74-41C9-B082-865335A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Industrial engagement can mean learning, comparison, distributor checking, procurement research, or active...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2A30DE-A5B4-4543-991B-422EFA71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AB0AAB-F234-45D8-B478-FBFC7953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Signals are useful only after interpretation.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0B52DC-5D47-446B-B8A6-4E4AC25E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C9B9CE-C013-4532-B897-039F9281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Routing protects sales from noise while ensuring strong vendor-demand evidence gets acted on quickly.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785620-D648-4BB4-9955-E0313254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53340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0E038F-24EC-468D-B6E1-9C8839EB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D8EDD-E46A-4346-BE3D-92BCB0EF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CORRECTION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C38241-C614-4829-88F4-D1909289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86E88F-62B5-4E1C-BDA3-47C911E3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527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E2A02F-74BA-4BA9-8922-50427704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146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activity to account movement.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6B7C2E-14E6-4CDA-A7B8-39235436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C282DA-8B99-4D13-94FC-68AB7AB5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90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23C434-226A-4D5F-8A99-A4D94AED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one persona to committee risk.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72DE68-738D-43A4-8A87-BEB744FB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090235-8D12-449A-A6AD-7CE5E129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290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632E39-EBF2-44E3-A100-69C0D449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909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content volume to buyer uncertainty.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713882-83A8-46D3-B3EA-EE053B86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DB68C4-D53C-4714-BB70-01DA5521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71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DEAA5C-1D63-4187-8128-B66CC65D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290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engagement scoring to signal interpretation.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962412-681E-4E90-83A8-DCA33CCA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767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F85BBF-1F68-46AB-A3A6-AFA1E555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053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467AF7-F51F-458B-B4F4-E347B73D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672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reporting to weekly operating decisions.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D90926-2211-4952-8DAF-27AC9E9D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659B45-90BD-4B31-B9DD-DE7C6870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A20E95-3136-4F3E-950F-3EC22FF6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6EC94FC-3729-4AC0-8944-C56018D8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</p:spTree>
    <p:extLst>
      <p:ext uri="{BB962C8B-B14F-4D97-AF65-F5344CB8AC3E}">
        <p14:creationId xmlns:p14="http://schemas.microsoft.com/office/powerpoint/2010/main" val="120189280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4B1ECA-EE1F-46A4-AD4A-B82403E0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45064-D798-46DE-A0D7-DDA8D6E1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588470-B7E3-4B73-84CF-077E75F3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CE261E47-FC0F-4C8D-A37E-74F04C73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31EF21F1-3E48-42EB-A1DE-5359D25F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CORE FRAMEWORK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7C2082-0CCC-42A8-AA1C-170BC22D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Use four filters before assigning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C58B0-A7FB-468B-A075-C3F8310F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DEBBE-170F-469F-8966-968A0E82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36624-33BF-44DA-BB37-2E03CAB4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9E651E-E21D-4C90-A9D2-28C25BD1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BF01B-8C75-45C5-A0CF-78DB1A3F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C05EA-35D2-44C0-87CE-FA6FF55B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7A6B4D-CE57-434F-B2EF-C1B5D3DD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2B995-70CA-47F7-BF0B-C13BD80C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E630E0-6685-48DC-943F-706A6004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NATIVE OPERATING DIAGRAM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26F3D-5924-47AA-8465-92B735D5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3443C-4881-45E7-9BCE-AD90C061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D4F9AF-B3C8-4325-BE01-111BD921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8987F1-73A0-4B31-89CB-296BCE4FA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Account fit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F5B645-30B9-4F5F-9434-B3B03898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C88C6-D268-4796-A205-35642C20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8CD747-D588-43AD-B78A-6375439C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4F2385-5A69-4AA4-B4FB-7375C049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0FF6A6-D7C1-44F1-A4A8-8CF6F1A1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Demand state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C9BD3D-285A-4CB0-9B5F-AFABBC7D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E52608-F516-4F47-BFDC-00AD78DA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1369CC-F2F3-41F9-A4C1-A10F0AF8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F6C9E0-0ECC-4759-9826-A748185E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7E7730-35E8-4F24-B30B-57332B2E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Buying committee role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74FD89-1FBE-4A68-9A74-42EA505A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6586DF-3FE8-4E7F-808C-F71763F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D8AE75-E500-4742-AE5E-22092AC5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2CF48-7BBF-4B33-9335-D67B3F27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7953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7953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65F02D-8576-4E64-B7E5-3A9882CF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Evidence strength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3FE640-0C2A-4E30-9E92-FCCA4D61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428DBD-90D9-4166-91B7-D58A28B7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D724C4-5076-4643-A453-A667746A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77306C-843A-40F7-8EB4-92C8C47C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Then choose education, research, mapping, enablement,...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CF0075-8F62-4EAA-9854-D77225E1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72150"/>
            <a:ext cx="11430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0B2FA4-0DFE-4E88-95AD-3925D83D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Flowchart companion: assets/flowcharts/08-signal-routing-and-account-progression.svg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096019-B7F6-4448-ABFF-372E4BCC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12464E-E8D6-4DFE-8964-4E89C3DA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27BB9B-2503-43CF-A897-E7ED3001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C8FA36-9381-4493-B45D-C734219D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7A8AD3-A5C0-4FAD-BFA4-A11FDA37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0632FFD-98CF-4A86-BD9E-C35D4194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F95F73-EF58-4E09-8C5F-E40DB0C2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B124971D-410B-4790-A726-5705DBAB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92B9C9C2-0441-49E2-A301-DEEDD419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CORE FRAMEWORK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2534268-16A6-4A16-91AD-41F818AE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Use four filters before assigning action.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D7D9CB5-449D-4C04-83EA-59110379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E94F1FF-C685-4EC7-BB0C-8539B412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0E2B1B6-FFFB-4D72-8F68-45C90773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00D192-BF44-4EBC-B482-2E88E020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95898DB-2243-4C23-83B5-40BA12DF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2AF2F5-A756-44BB-908B-B3AB0312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49E8CDE-FB46-447B-8620-DD994AB5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1E43E66-9F7A-4561-9F5E-41555119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</p:spTree>
    <p:extLst>
      <p:ext uri="{BB962C8B-B14F-4D97-AF65-F5344CB8AC3E}">
        <p14:creationId xmlns:p14="http://schemas.microsoft.com/office/powerpoint/2010/main" val="3842325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6BCDEA-9788-42E1-9DD7-D4564B67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1EEBA-2F75-46BD-B0C5-D28D579C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544C9-207D-4E42-9832-CA687BED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FB8D214D-4B2E-4355-AC19-39B601F6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624E3246-EA49-4AC1-B4B9-0A198A79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MENTAL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41EEF8-0F1A-4111-8FCD-17447B68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Account progression is not a straight jump to opportunity.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63CB37-70C0-458C-8D02-0A4E01B2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Keep this slide conversational: make learners say what would change in their current system.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5DF7B0-239A-4710-9A11-7AA577C0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C5FC8-FAB6-41A2-BB2F-7E138BB6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C5D79-D9F1-461D-9712-A6C57119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B0FB28-5E5A-4E9D-87EA-B92337DF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F36A0B-CCD9-40BB-90C8-654D850C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A07194-22D7-4416-A102-364C10F1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32305A-8098-43AC-BFCC-12475CB7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rPr>
              <a:t>Cluster ICP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46472-7565-4F35-9E64-AD543EFC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Fits target segment; need unknown.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6C8459-F0FE-470D-A107-59D84525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10EF2F-1058-4F68-819F-50EC3631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A01BC9-D534-4C18-A450-666F61DC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rPr>
              <a:t>Future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8745CD-25E4-48EC-A287-C5992394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Engagement or awareness; need unconfirmed.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6FDD5D-F122-44AF-833B-ACBBF17A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E20FE-32CE-4EAF-8E3A-3AB66D2B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0E70C2-BAE9-4F77-A2DA-6A85A72A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rPr>
              <a:t>Active Focus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F4633B-8ED3-4151-A80A-E111BDD2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Need, trigger, stakeholder, timing, or relationship evidence.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7A6F13-0133-4F3B-B97E-5F16F102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73D669-851E-426F-8B21-31293E37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FCED78-0659-4394-9675-2F877986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rPr>
              <a:t>Opportunity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40D849-3119-4916-B0C5-D203D965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Declared requirement, value logic, champion, and next step.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D27393-E12E-4CE8-8DB7-18468593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706093-525E-4BBE-A714-3334F4F6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EB8A25-8BC5-4D83-A4FD-616E75DA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which box is weakest in your current category?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96ED08-CC84-473C-92B9-23D45F08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745F8D-FA50-4383-B0B1-1E2E1F7A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A13E94-3A0B-4A4B-83B1-B73197D6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506229-DB4F-4D7A-BF8A-A47D5D43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</p:spTree>
    <p:extLst>
      <p:ext uri="{BB962C8B-B14F-4D97-AF65-F5344CB8AC3E}">
        <p14:creationId xmlns:p14="http://schemas.microsoft.com/office/powerpoint/2010/main" val="5752171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EABB1C-46F3-4A7D-9273-9D957515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DE2FDD-DD52-4397-91CC-49C12B8F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52D7EA-D907-4E86-86A5-DBB5FA94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8391CA91-2DDC-4CB5-A497-44B47328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5120CD1D-38FC-4568-921D-BD2DCA1D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COMPOSITE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3DEEF5-FCEE-4959-87F8-83007C9B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calibration and validation services provider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125608-B56C-49F5-B817-32274A25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30A5D-1569-4155-9511-865AA038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5E121-1936-4791-91A8-2AE3F3E2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317C5E-FE4D-4ED5-8F6E-6675BAAF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C3297-6FCD-4CF7-8978-C8A33CE4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E9FE6C-7C84-45FA-9781-2BD956CF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891E47-4BC8-40B0-8F23-7A2C0FC6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EFD982-93DA-4A30-87D6-88C5159C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4C280A-719B-444D-B5A7-BF9405EE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PATTERN AND 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3A4894-3759-4A1E-9380-8CF75EC8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951862-19E0-4BDF-85F6-A9976C33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 quality coordinator reads one audit-readiness post. That is weak content demand.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95E9A5-A3E4-48FE-B600-4CDC60D2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634BAA-4A2B-4114-8F25-908DEA41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same account returns to a calibration interval guide. Research the account and audit timing.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3F5013-88B5-499B-BDC3-485262ADC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73E6C9-C496-44F4-B4DF-A383FC48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 validation head attends a webinar and asks about documentation. Map committee and send validation proof.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5774CF-2603-420E-9787-A4957B6B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68602F-7437-4B44-8AFB-468531B7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 plant head requests an audit readiness review. Strong vendor demand triggers Active Focus and sales action.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A4D723-CB4F-4CDD-9E2C-197D3E35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5BE8D1-ADB3-45FD-A900-40B430CF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16FC48-FF75-4FD9-97C4-D3B040B0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57B8E4-5374-4B51-8DA6-BACB2F93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B9C3D3-32D1-487B-B08A-E8568FB0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E615F6-EBF4-4510-8497-97496719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1AF1AC-0DF1-48A3-B98E-DC235787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198BC609-237A-4A50-93C3-8DEBA57E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D3806634-597E-499D-846B-A8A82768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COMPOSITE EXAMPLE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3310C4-FF2C-4EF0-887B-13032A80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calibration and validation services provider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B99F04-F246-4D50-B949-8485B0EB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7B95E0-80B9-4086-8535-CD72A369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FF7F6A-7120-4BF7-A2E3-726B36B2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618DE5-A351-4B23-BF84-2DC09AC5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61F078-7128-45B3-8D4F-0B41550D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AF83B6-F283-44AD-BBA1-A42D6AD1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781723-F13A-46CC-8F50-318383C1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5644A-B667-454F-AC6C-765C2335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</p:spTree>
    <p:extLst>
      <p:ext uri="{BB962C8B-B14F-4D97-AF65-F5344CB8AC3E}">
        <p14:creationId xmlns:p14="http://schemas.microsoft.com/office/powerpoint/2010/main" val="15992401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B1E9A1-127B-44AE-BB0C-10DEC2536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C5D29B-916E-436F-B6BF-F381843C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ECF01-96A0-4CBA-9CB5-BBFE68E8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EFD1AA61-4C7E-4F28-8318-81A6BB2E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3CD24FA2-A032-457B-B79B-14D0566B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DIAGNOSTIC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9D96E-9817-400A-8AC6-F35CD6AE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Run the room on one hard operating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D4404-F766-458F-8CC2-CD2339D6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is the short live diagnostic before the exercise.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85D02-6B72-45B3-BDE1-EDC5CFC7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033893-53F3-406B-8C0B-39AC8B61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89350-4D1A-4464-B5DC-51EBF2EB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CFB5CE-133F-42A8-B3AF-B80C9206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F5358-C283-44C8-8FC1-EB44AC0D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109156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5E219E-B1DA-43DB-A252-705A489C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0058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Which signals deserve education, research, activation, opportunity review, or disqualification?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4B12D-DC45-4D07-B3E6-C6486395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0F6897-C4A0-4FBB-8BD6-C8FDF750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QUESTION STACK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E7CA4D-AA8B-4A29-B04A-F6FFA87D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083D6-8772-4F4F-BA80-3F51A1A4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is the account fit?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38E061-0D4E-4C83-B8F5-E276C2DB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D54864-70F5-4711-B4BF-0DC3D60B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demand state does the signal represent?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A8C97B-B41F-4FC8-AE4E-3EE32C2F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F60FE-4A5D-4062-B042-8455C9CF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role created the signal?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D292B5-B87B-48F2-82A0-E1ACAB5A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514841-9E7D-4A4D-B435-D9DC3418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Is it weak, moderate, or strong?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0026C0-2DCB-4508-BB65-88822CDC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370F30-7097-4DFE-AF21-494F9D42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is the false-positive risk?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53C2A-94E3-4D61-8927-EEE9408B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7CC894-9AC3-4A39-A948-C4DCD58F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is the SLA?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69458F-2EA1-4468-8E8A-E6548F1C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8FF3DD-CC95-4DCE-AC79-23B57E39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62EF74-5427-4DD2-985B-178BA8C9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76FAD1-92AA-44B7-BAD0-A1E14C80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</p:spTree>
    <p:extLst>
      <p:ext uri="{BB962C8B-B14F-4D97-AF65-F5344CB8AC3E}">
        <p14:creationId xmlns:p14="http://schemas.microsoft.com/office/powerpoint/2010/main" val="137031484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A4CB53-596D-45C5-9CF9-F7C7B282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136452-F236-4EFE-A8BA-7092DB93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9D3E97-0F81-4B22-BAF7-2477C99B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DD45CD2B-B1D8-4210-8BD9-C0AB1034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9A9A10D5-81B0-4813-9E0A-1ED3062B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EXERCISE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AAE72-169B-4951-916A-6A346112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Classify and route five signals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5859E-19D2-4B8E-BB10-35586B6B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exercise produces a working artifact, not class discussion notes.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1D356-9696-4E48-B81A-2D362877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044937-8C96-4A1D-AC91-E50AE103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85201-D132-43AC-B117-85803EB1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07AB7-BC2B-456E-B3A9-C6337234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6BC8BD-344A-435F-9DCA-7EC1F360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3143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5FBB90-8E54-443C-AC56-392181DE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CD85B-8F17-476B-BF5B-27FDDA17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TIMEBOX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3E7749-122D-4B53-86BA-2B2F044D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266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8 min routing table, 5 min opportunity criteria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52E1E5-4F1E-45D4-8791-27E90293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3B6CB0-C618-4E6F-BDCA-813B6524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576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E6DE33-7D1A-42A2-BE72-F8CA5E80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Signal-routing table with owner, SLA, next action, and false-positive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35D830-7A4E-447F-A96C-28C09A2C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38350"/>
            <a:ext cx="7334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BCBA87-2D7F-44CF-A435-2FC605CD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E57B7D-D751-4B0E-A1FB-A089B3C9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LEARNER ACTIONS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EBA5E3-25E0-4D2C-9A5D-3DF95409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DE1DA2-861A-4636-8803-036DC038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9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086A34-C746-4A56-847A-2DB81A5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717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Classify each signal by source, account fit, role, demand state, strength, owner, SLA, next action,...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F33202-D221-4D3C-B9D6-26D62E85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290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9FA5F4-B237-4FEC-8BF1-8B573B00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E2BF42-A9DC-41B0-838F-B8D85E20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194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Define opportunity review evidence: ICP fit, named stakeholder, need, value, demand state, next...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3D82AC-72F3-4AD4-ABF3-DCC24D65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767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F18856-D88F-4EFB-A01F-4EF5FDF4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2266BA-8451-44F3-B0EA-1AC2BA58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671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Downgrade weak or low-fit signals before sales receives them.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E003B7-741B-4E3B-B037-0AC0E8FB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1AD7AC-8377-495E-83EA-93C2A62E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364890-1566-4FC6-B77C-8134661D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A2939D-5C95-4075-ADA1-09915FCD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</p:spTree>
    <p:extLst>
      <p:ext uri="{BB962C8B-B14F-4D97-AF65-F5344CB8AC3E}">
        <p14:creationId xmlns:p14="http://schemas.microsoft.com/office/powerpoint/2010/main" val="137439097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17237F-9C2E-40F4-B14D-0BBBAB39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7DC4F7-F198-4C85-89B6-F67078A8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226BBD-B23D-4ECF-BE94-4C4DCD52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03FD03A8-D704-4865-ADA1-B3836C40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0823CE44-FD1A-4C30-94AE-4AC045FB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GROUP CRITIQUE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E2B97-6C32-4335-B059-12C99537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9B339A-2856-4AC4-AC34-93D099D3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906CFF-9F15-4CCF-8DF1-DC00802C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2B69E2-FC73-42AF-A3DA-512D961A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E94431-5494-40F7-975D-21744DB7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62FD5-1884-4734-B419-C0A721E8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C45C9-8E35-4AA8-920F-8C6B1DA9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36A66-911C-4E0E-A8E5-5B799253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BC60D-A2BA-4C07-8A31-7431D35F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89774C-DF23-4938-83DF-793D21F0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TEST THE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2EDA0A-C34D-44C6-A332-065DBD3F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9829C9-1B08-4F77-BEF2-AEBD6C16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6BE64F-6521-4291-AF03-F321093A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Name one signal being over-routed to sales.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C98BC2-9D5E-476E-82C5-3CF41A5A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F8AE60-5431-4E05-82CF-DBB35362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2D2BE6-29E3-4208-A68C-BF0975EC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Name one signal that deserves faster action.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1082FD-D110-45CC-988D-D0D993AA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70A7FB-3A4E-4947-BA88-A301734A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857F34-AA09-4041-84D9-F4A12F27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Name one signal that requires committee mapping.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817105-F708-473B-AE0D-8247847B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637890-EC28-4287-95A3-06EBB19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FORCE THE REPAIR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41EFC6-756C-4B76-A997-22D95364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2022A4-9305-4475-A5A9-432890B7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4A3462-201D-48B2-9854-9905588A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Name one signal that should be disqualified or low-touch nurtured.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9D1EFA-C856-4682-82EC-366CEC2E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18D179-D067-4481-B1E3-ACDA62E1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4B2D23-139A-45AC-BFEF-408220E1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Name one missing field that would make routing unreliable.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8709E3-C8D3-4C2E-90FD-B3F464AF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F87E19-F4C4-4BDC-8ECA-029E11F1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CCB199-7D66-4B49-99B5-A78B455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BD419E-0D36-40B1-B3A5-53D12418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81BC7C-BFA9-4B77-A270-1188F300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83A946-5673-4A86-AF8A-0A6EF380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AC094C-D29F-4503-AB0C-F7DFC67D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0F198CF0-B4D6-4F5D-886C-B7D4AA97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F0B436A1-CA2E-495F-BB30-2AAB05CC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GROUP CRITIQUE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91BDF9-02B7-493E-AD5D-AC1673B5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8AE4C2-9061-4390-B7E7-C12D3A93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0C6D8B-2E3F-43B7-A08E-8E34CE2C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0E90526-6EAF-4D28-8A6A-D43A39F8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195ED00-ADEE-4937-9BC3-3ED8B804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11C254-D3CC-4737-88AB-5250D84B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3706D7-AA0B-4D36-9940-F7023FE8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CC7D44-6DF6-4DA4-82DF-EB394FF0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78A99CD-1133-4999-8521-D89429D6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</p:spTree>
    <p:extLst>
      <p:ext uri="{BB962C8B-B14F-4D97-AF65-F5344CB8AC3E}">
        <p14:creationId xmlns:p14="http://schemas.microsoft.com/office/powerpoint/2010/main" val="49579449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736A28-5287-4ABD-93B6-B88902D6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75F546-7FCB-452E-B07F-DF633009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CA4474-3516-4E75-8814-C2B9864C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21300192-FED0-4E33-ABFB-F4C00EFC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C5586C9A-9816-43C9-A59C-78080E4D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STRUCTURED DRAFTING DRILL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8AD82-AF22-4C13-B50D-13A66002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Structure the first draft before the room critiques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71B853-6A67-4928-BC5A-62B0AA10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brief is constrained by source evidence, assumptions, output standard, and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59698-6A82-4B78-A3F7-0C4915AC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41B244-BB9F-4C57-9044-429EEFFF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39675E-74A7-4667-B1E0-AA0F40B5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0D75F-3AC4-46F2-A4F0-E0E0B429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6D448-48B4-4C5D-974D-7025F4B1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09750"/>
            <a:ext cx="121920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9525">
            <a:solidFill>
              <a:srgbClr val="F5F6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2BC9A4-F9C0-4078-82AB-4D1A76D9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56197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C645A8-73CD-4083-BA94-05CA96DF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81D1B9-AB86-476F-BEEF-EBB068BB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DRAFTING BRIEF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950E2C-D888-4119-8341-393582CB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62250"/>
            <a:ext cx="46101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Classify the signal table. For each signal, assign demand state, strength, progression state, owner, SLA, next action, false-positive concern, and missing evidence. Explain why the signal is or is not buying intent. Do not route weak engagement as an opportunity.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CAED26-D015-4B6A-968D-3E1729BB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38350"/>
            <a:ext cx="49339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F6C469-2A7D-4DFA-A070-93A4FA2F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DFD504-A923-41AC-9E0D-295BD1EC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REQUIRED OUTPUT STANDARD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931974-6A58-4BFA-AF3C-1E9A82D3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47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69628A-DA62-452B-97D2-7B9D79A4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8130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Demand state with rationale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88BD58-0672-4209-ABD8-B7D281FA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24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65FDE9-6F39-4FE2-9B6C-95C7C6CA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5755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Signal strength and progression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2D53F9-AAFC-4A18-8E01-AFE497A2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004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BA8A04-5F81-46E4-82DD-7B70FCE0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73380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Owner and SLA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8A240D-DC24-4A3B-9284-1E9BE5D5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76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62EEE-EC0C-4DDE-9EC6-B72473A0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005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Specific next action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5EA52D-89E8-4A97-84F5-1DA44E7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752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A5F14A-6540-433B-9170-B9C34F48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68630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False-positive concern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119211-27D1-4E6D-B1C3-33F3897A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229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0901DB-9223-4509-B86E-96716BCE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16255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Missing evidence before escalation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19A7E4-9F91-42EB-B9F5-DAF906E5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FEC5A7-728B-4E65-8324-C166B8A5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4479E4-36ED-4D95-A989-6369C157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B1CC19-20AC-43F5-823C-D7472C37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B9625F-9238-4ADB-9FBE-BA905E2B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B67BFF-18C7-401A-AAAE-53930196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BE3031-E6A0-4EAA-9D25-8300F025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173881D4-6A26-4E25-9DB5-33C954F7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29F35395-27A4-4A55-BB81-0EA11C07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STRUCTURED DRAFTING DRILL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9DE01B-C0A2-4522-9008-8A273799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Structure the first draft before the room critiques it.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EBBDC1-73FF-4F3A-8E9B-1A4C91A7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brief is constrained by source evidence, assumptions, output standard, and validation.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2492C6-C79F-4A91-85AF-46549039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CD7DD9-8333-4228-BA26-A621704C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DA4344-2CD2-4A7D-BAB7-67FDD848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704EE2-69C2-4BEF-B1E9-BF709878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645A304-5DEA-4545-8871-8E9F4D93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D4638E8-F511-4AA3-8EF0-AF0ABDB9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0DC7360-BCA4-40C4-8AB8-DDA23977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</p:spTree>
    <p:extLst>
      <p:ext uri="{BB962C8B-B14F-4D97-AF65-F5344CB8AC3E}">
        <p14:creationId xmlns:p14="http://schemas.microsoft.com/office/powerpoint/2010/main" val="18405763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08A086-E80D-48DC-A288-8BFB0AA1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9253D-BCC6-4396-A9B8-CF5888E7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53986-35A6-4B78-812A-0C885DC7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8002A7E3-E566-43E2-8666-35D4A845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3467790B-14DC-4D78-B814-7766FE92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QUALITY 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4CCA7A-1967-4729-871A-84C456E2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Reject weak artifacts before they become operating practice.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F6F0A-E87E-4777-A0A8-7960F2E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3B303-03BE-415D-BFE2-CFEC50EC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1B510-6BB7-4B09-81D5-352257B8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2AA0F1-18B7-425F-A881-8B6B9E0E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15DE7-A3F0-42E3-A6AF-864118C0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C9CA01-6506-4519-B428-7D5DCA34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A72147-52D5-4BC8-843A-31C72158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76771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A943A-63DC-4FE5-B077-2F90F669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A09B7-A06E-4AE1-B058-1ED0E49F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REJECT OR REPAIR WHEN THE ARTIFACT...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2E89A8-53E9-40F7-AB96-461FEFBB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43E609-4FCC-4F0F-B43C-6F6FB320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engagement equals intent.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0C61F0-80D9-409F-BC54-28F4B544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39089B-4DA9-4C22-AEF8-56BD312A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skipped ICP fit checks.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AF9F2-5BA9-463B-894C-1CEDC719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C3D5ED-E046-4086-9189-B5F71876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routing that ignores buying role.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FA8CF6-F817-403B-BF63-98B01EB6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F7CFC4-46BE-44A4-8829-07520A96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outreach without relevance.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14D990-A485-4A82-B616-5ED7DCC6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8A4C80-1F7F-431A-A9A7-E660BC50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weak signals escalated as opportunities.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1F47FD-EE67-4737-9569-6ECAAAE8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A41579-F95A-4835-B36D-15A5E9C4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strong vendor-demand signals left in nurture.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6590ED-7B0A-4C91-AC88-375B17F4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42862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3BECC3-1974-41B3-838A-27615959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92D455-562F-4095-96DD-E4ABD534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QUALITY CONTROL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F6DBB7-28B4-4C87-B71E-8FC02E8A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479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correction standard is not nicer wording. It is better industrial judgment: category specificity, proof, owner, field, SLA, cadence, and disqualification where needed.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C7F2CB-C471-441C-9FDF-76FE261F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29ABB4-89A3-4B7B-B035-36B175FA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729E01-1559-49EB-B2BF-7011DF6F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what the artifact assumes.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E9E262-C025-499A-AB3C-64292E81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DBA603-7DCB-458A-B8CB-0D09325A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6FFB11-79EC-43F2-84D6-DAA27636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28AE47-91E7-4269-94B0-0C05AF8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03094D-29CB-4988-BC24-133624A7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3A2834-5EFB-450F-968B-D6E25F86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8E7BC0-35A8-4AFD-9FFC-86C85731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3F64F31A-076A-474F-B21E-37EABC95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D62ADAE6-5148-4BD3-894A-91C2235A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QUALITY CONTROL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B13D27C-E7A6-41E2-82FF-D23B64EC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Reject weak artifacts before they become operating practice.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00886E-9B7F-4F21-AB32-27DEE8C0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B800C6-ADB2-453C-B020-03F16C4A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356A45A-080C-40A9-BB26-ECB4EC94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320BC9-0076-4050-A3ED-4DF3B311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F2EC36-5C6B-48FD-9C3D-6233341F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35BC628-6577-41C6-921D-B6D97685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75DB658-2CB0-4D54-9916-C4689DF6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DA2A521-CCA4-47C4-B6C8-4BEE912F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</p:spTree>
    <p:extLst>
      <p:ext uri="{BB962C8B-B14F-4D97-AF65-F5344CB8AC3E}">
        <p14:creationId xmlns:p14="http://schemas.microsoft.com/office/powerpoint/2010/main" val="113314160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FC8614-A02C-4E02-9074-A09E7876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3B50F-7BA2-411F-9B30-D085BED6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C2D36-1442-4B1D-87A5-B43DC85C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4E378EE3-E154-4F79-92E9-05BAF7A1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ADA0DEE9-109E-415E-817D-665663D2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REVOPS TRANSLATION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46810-A200-45DD-A227-FCD21440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Signal routing needs a signal object or working board.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37B30-2608-4B47-8EBC-CB55366C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Every artifact must become inspectable in a field, board, owner model, or cadence.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DEFCA4-A948-4356-93B2-FD018D86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16771-2DEA-4033-930B-2CA115E4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733882-48F5-4D25-A477-3CC6B7A7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40797-1D92-499B-9A29-45722B04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2EA1D5-3E5B-4E34-9115-2ACD1453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DFFA9-6C97-4AEB-85F4-6059AAE1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E94C1A-FB0D-4461-833B-1539F441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Signal 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6953BF-8959-49D0-9707-79CF30D2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E837DC-EC84-446D-BF2B-FF52E112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0A32B7-A0FA-47E2-8C53-65AC343D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Account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18FE24-4E89-498A-9DDB-51C2E141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B5DCAB-403A-44D4-BA47-9A28AA20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EF9B40-243B-4D05-AAD7-82CAD1AB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Contact or role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6A957E-7121-46EC-919D-058733C8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88B17E-B7D7-4E30-B8E8-6DF99D50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1853E0-58D6-4D57-B5D3-E4D1538E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Signal source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D7226-5AA7-46B5-82AD-6DB6C85C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94F662-2C6F-4A94-AF0F-E0DD3FDD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97E436-BFA0-4E00-ACB4-FEB6242D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Asset or context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1FCFAE-5FAE-4708-B796-1631FA4A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3862EC-6458-4AA9-B8F9-951A6B90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315B19-3B67-4119-A5C6-7BFECA5E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Demand state and strength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D99CE2-3316-4543-81AB-A96A0A20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CE80B1-F599-4CA8-B09C-DAF92967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A7B615-5A44-4AD6-8A01-2E1AEDB9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Fit and progression state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C202C1-7E93-416E-B35C-A7D2CCD7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576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810BF0-AC37-4DDD-BFBF-41F5324E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576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85F500-E208-4862-B1BE-4A8F3F30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291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Owner, SLA, next action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6B79CD-7760-45B9-BA5E-64E1E96A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576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60C06E-AF0E-41D0-AEB3-64C545D2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576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6A815C-C192-403E-BD6A-3BF23591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False-positive risk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59D479-BDD7-4F56-B819-B090CC02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A1CAA5-0F48-4AEA-9249-5DC1A58B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490D5A-913C-4630-BAE5-C135EDFF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If it cannot be tracked, it is not operational yet.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34BC54-2920-4D16-9EAD-482B73AD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0CA04C-0834-4D98-9213-075EB9DD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76ABC7-385C-4372-B055-46C5E8D9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ECD979-21CA-4A8B-AA89-41296F9C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</p:spTree>
    <p:extLst>
      <p:ext uri="{BB962C8B-B14F-4D97-AF65-F5344CB8AC3E}">
        <p14:creationId xmlns:p14="http://schemas.microsoft.com/office/powerpoint/2010/main" val="119629153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41AB0B-A030-4162-AA6E-AA6A244C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F136AF-5FFA-4FEF-A67B-0AE7F714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811657-585C-4A44-AA35-5576FFBE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E51A783F-585D-4AF3-8B8A-730991F0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EAC196CA-8BC1-479B-B8A2-37E4CB52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FAILURE MODES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3D140-6E05-4625-BF90-152C7A9A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FB7C9-2B5B-45D8-8110-3A068085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790938-6188-47C9-97D7-31F8D4A1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AC021E-F3E2-4248-AD1B-57768FC0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293EC-B29D-43EE-AD7F-6ED2B5B7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F419C-4423-4556-AAFE-D07F966A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5A4AA-7775-4266-8E50-D02FDCD5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D25D7E-EC4C-4602-95CA-1318A2BA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BDE1EC-8BAA-4C5A-8C09-83D9DAA3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855E7-E7EC-4BD8-95C0-12287B9F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9240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Failure mode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0F963A-F99B-44EA-AF12-813708C3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24050"/>
            <a:ext cx="2762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looks like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DED1B8-B30C-4EC2-9D70-7A54A950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2405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05AB33-653B-4B68-9C7D-EC17AE47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2098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1BE9EE-46D5-41B0-BE75-A50449F6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812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Intent inflation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611B80-A544-4A1B-B656-5C149575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812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Every click becomes a lead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5D5ED3-EECF-4A0C-A74D-07FAC0DC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812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Route by fit, state, role, and strength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4BB6B8-4A02-4835-B2BC-D5CC94D1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A2795A-9244-473B-AE86-00C2F930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3A7E6B-E792-4827-9F69-FA025A9A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105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Weak sales handoff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8CC5A7-387E-45F0-9D01-F5A3204A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051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Sales receives names without context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A115F4-5590-4E09-A331-A8D55C52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Provide signal reason and next 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72283E-98D6-4E9D-9F22-1DF85F94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6576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69E8EF-BF02-4EF6-A716-0DA1D0C6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290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Signal decay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159545-CC8B-427C-B21A-4DE3E06D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290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Strong signal sits untouched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8DDEBF-6BBC-46A2-A051-413001A1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290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Define owner and SLA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FE1566-1112-45E8-A240-CE5DDA38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118659-F845-44F4-9CA1-B82FD068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E6A7E0-F908-4FE5-9EF7-1CF3540C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52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CRM blindness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CC3F87-3552-4854-B9B8-DF487829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529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Signals live in chats or notes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28A329-A92E-46E9-AAD8-12EAB97A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Create signal object or shared board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D9AB4E-E066-487B-A652-84068B12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49BD4E-4F5C-4C72-8799-9812F671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D066CD-CCCB-4E90-8C54-970D32B6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DAC10D-8E4B-4884-81EE-D9D731D8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EA43AF-8B22-46FD-9C5F-23D6D149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5E4E5B-C696-49B1-AD9E-C62E106C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5E09047-A473-4728-A098-8E3B9E58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A833A0ED-D16E-4863-BE9A-EC4F8FDE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8344DB8B-66E7-42C2-9F93-D4219B99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FAILURE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134E939-EE39-464C-9272-05014715C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3B5140D-F707-4F95-9EF2-D78172C8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C8A4BCA-C504-4300-AB42-71BC7434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ADECEE6-95E3-48C0-8BB8-B6EFBE3E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90EE242-F55C-46FC-99AF-29A922A3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AF8AEC-A470-43A1-960B-6A02C901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38EB95E-4957-4A64-8E4E-3A99A7CE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A6679E-8C84-4B31-A2B6-F5799DFB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D86B595-85D4-4BC7-95D0-32ACB809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</p:spTree>
    <p:extLst>
      <p:ext uri="{BB962C8B-B14F-4D97-AF65-F5344CB8AC3E}">
        <p14:creationId xmlns:p14="http://schemas.microsoft.com/office/powerpoint/2010/main" val="97810162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E286D2-DBC8-4B51-9766-E6FB8587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9B3B78-76CB-4998-B67C-DB71A7A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513F62-9D07-4839-80D6-A91CF6CA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BB6BDBE2-9C9D-486E-9CC4-5E9BAAD2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7F0B94A7-37BE-4D9B-BBD1-2D75C664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FINAL ARTIFACT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7F0ED-253B-4FCE-B096-13E32F40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397079-26BD-4FD1-86AB-48D72AA8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62492B-3B50-4F60-A67A-70737E81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ABD4ED-4F91-45DA-A39A-E1BF69C5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1D95A9-80EE-47B0-99ED-5C008E12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8C07AC-9F3B-494C-8915-9239E26E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3EFF19-0F59-4C7D-A8C8-017B846B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5947E1-6051-49DC-B437-3FF244BF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68199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6866DC-3D52-4FEF-803A-FFCD5328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5F7BE-F8EE-4E2A-9CD3-31F93D57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ARTIFACT CHECKLIST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F2FD3-B184-42B9-85F6-801046BF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DE8D4F-1E79-4988-9006-AC7EBC74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Weak, moderate, and strong signal examples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1EF052-C88F-4C1A-89AF-DCFF4183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965DF5-6142-4869-B46B-6D58CFC3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Content, solution, and vendor demand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40D760-5E9C-4D01-AF26-5EFA45D5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E522B2-AFA4-4B6E-8DD8-9DD854AA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Source class and buying role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955B49-8D0C-46D8-AFF2-6D363400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373772-AC75-4684-A486-4C111BE8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Owner and SLA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A18740-811E-486B-849A-6D56E1AC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E5141E-7B24-4998-A55A-4535D2A0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Next action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54FD15-2C8F-49A7-967D-AD76FC25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0F1E36-DA38-4FC4-9835-C17B9372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False-positive risk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A46A62-2081-4D46-A426-240AFBA8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F241C2-9EB6-4644-8706-09CC7CA9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Opportunity review criteria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D612A2-2C9C-4ADF-BCFD-5621512D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51435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43E973-2D8D-48E3-9F8F-C437F072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431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0FBF68-50C2-4806-A01D-C30F64FB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COMPLETION STANDARD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159518-1CAF-4C79-A4D3-211E09C2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81300"/>
            <a:ext cx="3429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artifact passes only if sales, marketing, RevOps, and leadership can inspect it and know what to do next.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80262E-2E78-4982-88AD-2993C628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05350"/>
            <a:ext cx="323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If it could be used unchanged by a generic SaaS company, it fails.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BEFC12-CD0F-488B-980D-3A1CDB48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4B027A-2798-43D9-88E8-53096719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AD4790-CE7A-413A-BA13-2A8393F7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0E501E-4322-4D08-9B3A-8D758DE8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F7261F-B7E0-4F70-9BFF-0FC05DD9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C010A0-C206-4C0C-977F-4864D4A9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AA2D37-A657-4380-A3F5-4BF36D82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5FAE6BB8-8686-4B69-BCB8-6EA499A4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CCDC60FF-E47B-4DEC-8DF3-F1891FA2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FINAL ARTIFACT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E92AB2-E2F7-4C5A-95A5-64C879D6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C988EE-2E39-4227-A8A6-FA22C723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C373E4-1F10-4805-B1A3-D2C26F84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3142C9A-A5D0-4204-8301-E7992D86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84DB80D-E49C-454C-8B82-11C9404F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3180107-64A8-42C6-AF69-4E7EA74D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EFD844D-4D1F-4C3F-9610-45079DF2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C41DC55-207E-4B24-A36A-864C8F4E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179CF9F-5034-4AA2-A2CC-BE9068EC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</p:spTree>
    <p:extLst>
      <p:ext uri="{BB962C8B-B14F-4D97-AF65-F5344CB8AC3E}">
        <p14:creationId xmlns:p14="http://schemas.microsoft.com/office/powerpoint/2010/main" val="55632428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48301C-DF04-4A8F-8D28-6183C83F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31A142-0632-40BF-8427-E133F771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5220E-48A1-474F-B4EA-2191D6BC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ED338103-3560-4E62-B074-2DA8E205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0F1E7EA4-C4EA-496C-8C5C-FA1A10C1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07 / TRANSITION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1228BB-5D3C-4A48-BF9F-835A84D0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38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Carry forward: Signal-routing table with owner, SLA, next action, and false-positive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693FC-34CA-4941-89AC-A1029BFE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723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A21DF-8861-4F00-BAA5-3B0D010C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3A45ED-80F5-4281-92F5-E2EEE3FE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BRIDGE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CF3C3B-79EE-48E4-9F7D-6FEC62AD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609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Routing creates disciplined next actions. The final lesson turns those actions into weekly governance and a 90-day pilot decision.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0A91E0-ACA5-45E8-BAE7-75A0A394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2575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03137D-C113-4846-846E-3A875CEE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8108A-AA1E-480D-8C00-CABB93AE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584C3D-C9E6-4E97-8482-31E87C2A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Lesson 08 - Measurement, Cadence, And 90-Day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B883AD-0350-4391-9ABF-437106F7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57700"/>
            <a:ext cx="109156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F7492B-445E-444C-9A75-94E2B098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Recurring instructor check: sales impact / signal / RevOps field / buyer content / review risk / industrial failure mode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737E9A-BA44-4185-AAD2-FBFF7481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551F82-E939-4A99-9E55-5659AD49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07 - Signal Routing And Demand Capture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DB0DE9-B841-4A15-A99E-F073B362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modules/module-01-industrial-demand-generation/lessons/07-signal-routing-and-demand-capture.md @ 9e28222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D42941-1FDE-4564-97E8-B6BE9D4D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15/15</a:t>
            </a:r>
          </a:p>
        </p:txBody>
      </p:sp>
    </p:spTree>
    <p:extLst>
      <p:ext uri="{BB962C8B-B14F-4D97-AF65-F5344CB8AC3E}">
        <p14:creationId xmlns:p14="http://schemas.microsoft.com/office/powerpoint/2010/main" val="1477793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2026-05-16T17:39:33.9460000Z</dcterms:created>
  <dcterms:modified xsi:type="dcterms:W3CDTF">2026-05-16T17:39:33.9460000Z</dcterms:modified>
</coreProperties>
</file>