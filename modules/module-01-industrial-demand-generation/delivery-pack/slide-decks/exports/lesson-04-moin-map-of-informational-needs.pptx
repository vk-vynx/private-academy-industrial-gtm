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51f961123445fd" /><Relationship Type="http://schemas.openxmlformats.org/officeDocument/2006/relationships/extended-properties" Target="/docProps/app.xml" Id="R770ee039b78646ea" /><Relationship Type="http://schemas.openxmlformats.org/officeDocument/2006/relationships/officeDocument" Target="/ppt/presentation.xml" Id="R6ded8c1ed7bf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caa995920e4ea7"/>
  </p:sldMasterIdLst>
  <p:notesMasterIdLst>
    <p:notesMasterId xmlns:r="http://schemas.openxmlformats.org/officeDocument/2006/relationships" r:id="R2ce002be6c6b49c2"/>
  </p:notesMasterIdLst>
  <p:sldIdLst>
    <p:sldId xmlns:r="http://schemas.openxmlformats.org/officeDocument/2006/relationships" id="256" r:id="R09a0da5a0a47484c"/>
    <p:sldId xmlns:r="http://schemas.openxmlformats.org/officeDocument/2006/relationships" id="257" r:id="Rdee864c097c64bcd"/>
    <p:sldId xmlns:r="http://schemas.openxmlformats.org/officeDocument/2006/relationships" id="258" r:id="R659dd63a3d4b43b4"/>
    <p:sldId xmlns:r="http://schemas.openxmlformats.org/officeDocument/2006/relationships" id="259" r:id="R19af65d813564e84"/>
    <p:sldId xmlns:r="http://schemas.openxmlformats.org/officeDocument/2006/relationships" id="260" r:id="R93192b0258a64271"/>
    <p:sldId xmlns:r="http://schemas.openxmlformats.org/officeDocument/2006/relationships" id="261" r:id="Ra4322dd98e714587"/>
    <p:sldId xmlns:r="http://schemas.openxmlformats.org/officeDocument/2006/relationships" id="262" r:id="Rd4371b1fff834985"/>
    <p:sldId xmlns:r="http://schemas.openxmlformats.org/officeDocument/2006/relationships" id="263" r:id="R3a517efc346c458c"/>
    <p:sldId xmlns:r="http://schemas.openxmlformats.org/officeDocument/2006/relationships" id="264" r:id="R251c002cf1054632"/>
    <p:sldId xmlns:r="http://schemas.openxmlformats.org/officeDocument/2006/relationships" id="265" r:id="R0437f037c0a745e5"/>
    <p:sldId xmlns:r="http://schemas.openxmlformats.org/officeDocument/2006/relationships" id="266" r:id="R3cab7bb46ecc41dd"/>
    <p:sldId xmlns:r="http://schemas.openxmlformats.org/officeDocument/2006/relationships" id="267" r:id="R69b28c69a41d490e"/>
    <p:sldId xmlns:r="http://schemas.openxmlformats.org/officeDocument/2006/relationships" id="268" r:id="R64951821b370400c"/>
    <p:sldId xmlns:r="http://schemas.openxmlformats.org/officeDocument/2006/relationships" id="269" r:id="R30c43274c6c34415"/>
    <p:sldId xmlns:r="http://schemas.openxmlformats.org/officeDocument/2006/relationships" id="270" r:id="R77d7fb2cc5d14c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aa995920e4ea7" /><Relationship Type="http://schemas.openxmlformats.org/officeDocument/2006/relationships/theme" Target="/ppt/theme/theme1.xml" Id="R7bf17158e48a4734" /><Relationship Type="http://schemas.openxmlformats.org/officeDocument/2006/relationships/notesMaster" Target="/ppt/notesMasters/notesMaster1.xml" Id="R2ce002be6c6b49c2" /><Relationship Type="http://schemas.openxmlformats.org/officeDocument/2006/relationships/presProps" Target="/ppt/presProps.xml" Id="R6d6498910f214ed3" /><Relationship Type="http://schemas.openxmlformats.org/officeDocument/2006/relationships/viewProps" Target="/ppt/viewProps.xml" Id="R055ce8e0cd5b490a" /><Relationship Type="http://schemas.openxmlformats.org/officeDocument/2006/relationships/tableStyles" Target="/ppt/tableStyles.xml" Id="R581342592ee04f28" /><Relationship Type="http://schemas.openxmlformats.org/officeDocument/2006/relationships/slide" Target="/ppt/slides/slide1.xml" Id="R09a0da5a0a47484c" /><Relationship Type="http://schemas.openxmlformats.org/officeDocument/2006/relationships/slide" Target="/ppt/slides/slide2.xml" Id="Rdee864c097c64bcd" /><Relationship Type="http://schemas.openxmlformats.org/officeDocument/2006/relationships/slide" Target="/ppt/slides/slide3.xml" Id="R659dd63a3d4b43b4" /><Relationship Type="http://schemas.openxmlformats.org/officeDocument/2006/relationships/slide" Target="/ppt/slides/slide4.xml" Id="R19af65d813564e84" /><Relationship Type="http://schemas.openxmlformats.org/officeDocument/2006/relationships/slide" Target="/ppt/slides/slide5.xml" Id="R93192b0258a64271" /><Relationship Type="http://schemas.openxmlformats.org/officeDocument/2006/relationships/slide" Target="/ppt/slides/slide6.xml" Id="Ra4322dd98e714587" /><Relationship Type="http://schemas.openxmlformats.org/officeDocument/2006/relationships/slide" Target="/ppt/slides/slide7.xml" Id="Rd4371b1fff834985" /><Relationship Type="http://schemas.openxmlformats.org/officeDocument/2006/relationships/slide" Target="/ppt/slides/slide8.xml" Id="R3a517efc346c458c" /><Relationship Type="http://schemas.openxmlformats.org/officeDocument/2006/relationships/slide" Target="/ppt/slides/slide9.xml" Id="R251c002cf1054632" /><Relationship Type="http://schemas.openxmlformats.org/officeDocument/2006/relationships/slide" Target="/ppt/slides/slide10.xml" Id="R0437f037c0a745e5" /><Relationship Type="http://schemas.openxmlformats.org/officeDocument/2006/relationships/slide" Target="/ppt/slides/slide11.xml" Id="R3cab7bb46ecc41dd" /><Relationship Type="http://schemas.openxmlformats.org/officeDocument/2006/relationships/slide" Target="/ppt/slides/slide12.xml" Id="R69b28c69a41d490e" /><Relationship Type="http://schemas.openxmlformats.org/officeDocument/2006/relationships/slide" Target="/ppt/slides/slide13.xml" Id="R64951821b370400c" /><Relationship Type="http://schemas.openxmlformats.org/officeDocument/2006/relationships/slide" Target="/ppt/slides/slide14.xml" Id="R30c43274c6c34415" /><Relationship Type="http://schemas.openxmlformats.org/officeDocument/2006/relationships/slide" Target="/ppt/slides/slide15.xml" Id="R77d7fb2cc5d14c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b34b5725a54b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dea2337ee4778" /><Relationship Type="http://schemas.openxmlformats.org/officeDocument/2006/relationships/notesMaster" Target="/ppt/notesMasters/notesMaster1.xml" Id="R5a69dd74319b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c04ae19a204e3e" /><Relationship Type="http://schemas.openxmlformats.org/officeDocument/2006/relationships/notesMaster" Target="/ppt/notesMasters/notesMaster1.xml" Id="R0f498c84b75947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2ba3d2acd14d65" /><Relationship Type="http://schemas.openxmlformats.org/officeDocument/2006/relationships/notesMaster" Target="/ppt/notesMasters/notesMaster1.xml" Id="R2405b8d5833349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ef70e609af4812" /><Relationship Type="http://schemas.openxmlformats.org/officeDocument/2006/relationships/notesMaster" Target="/ppt/notesMasters/notesMaster1.xml" Id="R99851870ca4544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c78d6b750c4a0f" /><Relationship Type="http://schemas.openxmlformats.org/officeDocument/2006/relationships/notesMaster" Target="/ppt/notesMasters/notesMaster1.xml" Id="R4d2e2321a47a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08ff6eb7024b8c" /><Relationship Type="http://schemas.openxmlformats.org/officeDocument/2006/relationships/notesMaster" Target="/ppt/notesMasters/notesMaster1.xml" Id="R8d4c230f5f4c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ffa2b9b194b8f" /><Relationship Type="http://schemas.openxmlformats.org/officeDocument/2006/relationships/notesMaster" Target="/ppt/notesMasters/notesMaster1.xml" Id="R51c710f81ee74e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52bcb148fc4565" /><Relationship Type="http://schemas.openxmlformats.org/officeDocument/2006/relationships/notesMaster" Target="/ppt/notesMasters/notesMaster1.xml" Id="Ra7e8e445f7db43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71433f4bfb4926" /><Relationship Type="http://schemas.openxmlformats.org/officeDocument/2006/relationships/notesMaster" Target="/ppt/notesMasters/notesMaster1.xml" Id="R3452fc6288e347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29f484a1184bc5" /><Relationship Type="http://schemas.openxmlformats.org/officeDocument/2006/relationships/notesMaster" Target="/ppt/notesMasters/notesMaster1.xml" Id="R9c009466af424b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78e4bf580a4a2f" /><Relationship Type="http://schemas.openxmlformats.org/officeDocument/2006/relationships/notesMaster" Target="/ppt/notesMasters/notesMaster1.xml" Id="R395dc5a3241846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1044e91f84bab" /><Relationship Type="http://schemas.openxmlformats.org/officeDocument/2006/relationships/notesMaster" Target="/ppt/notesMasters/notesMaster1.xml" Id="R01238be5bd204d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64d52ad1634137" /><Relationship Type="http://schemas.openxmlformats.org/officeDocument/2006/relationships/notesMaster" Target="/ppt/notesMasters/notesMaster1.xml" Id="R4aea1b98a4874d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6c968b18b841e7" /><Relationship Type="http://schemas.openxmlformats.org/officeDocument/2006/relationships/notesMaster" Target="/ppt/notesMasters/notesMaster1.xml" Id="R91f78f67b14844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42b43670e84a1e" /><Relationship Type="http://schemas.openxmlformats.org/officeDocument/2006/relationships/notesMaster" Target="/ppt/notesMasters/notesMaster1.xml" Id="R4f8d0bbfee81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ae34acf1746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e408d476213401f" /><Relationship Type="http://schemas.openxmlformats.org/officeDocument/2006/relationships/slideLayout" Target="/ppt/slideLayouts/slideLayout2.xml" Id="R7d3d1fc30a7546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d1fc30a7546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b16c8f374f45a0" /><Relationship Type="http://schemas.openxmlformats.org/officeDocument/2006/relationships/notesSlide" Target="/ppt/notesSlides/notesSlide1.xml" Id="Rdca9350610cb4b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5e685a19f54787" /><Relationship Type="http://schemas.openxmlformats.org/officeDocument/2006/relationships/notesSlide" Target="/ppt/notesSlides/notesSlide2.xml" Id="R1a2128976db54d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14acf40c014a65" /><Relationship Type="http://schemas.openxmlformats.org/officeDocument/2006/relationships/notesSlide" Target="/ppt/notesSlides/notesSlide3.xml" Id="R6b866c449bfe4f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9afaaa88ad4102" /><Relationship Type="http://schemas.openxmlformats.org/officeDocument/2006/relationships/notesSlide" Target="/ppt/notesSlides/notesSlide4.xml" Id="Rd6dbeefe0ad4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a3d8fae05046b9" /><Relationship Type="http://schemas.openxmlformats.org/officeDocument/2006/relationships/notesSlide" Target="/ppt/notesSlides/notesSlide5.xml" Id="R0d9829d912f344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fc999e0f540bb" /><Relationship Type="http://schemas.openxmlformats.org/officeDocument/2006/relationships/notesSlide" Target="/ppt/notesSlides/notesSlide6.xml" Id="R34c5124f86fa4a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e0009bc43a471f" /><Relationship Type="http://schemas.openxmlformats.org/officeDocument/2006/relationships/notesSlide" Target="/ppt/notesSlides/notesSlide7.xml" Id="Rf884545c4e6b4b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0d1abc7c904a59" /><Relationship Type="http://schemas.openxmlformats.org/officeDocument/2006/relationships/notesSlide" Target="/ppt/notesSlides/notesSlide8.xml" Id="R3c8b399582a94d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f6e79d42af4f1f" /><Relationship Type="http://schemas.openxmlformats.org/officeDocument/2006/relationships/notesSlide" Target="/ppt/notesSlides/notesSlide9.xml" Id="R9ed827d7530244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e4ff1503f46d0" /><Relationship Type="http://schemas.openxmlformats.org/officeDocument/2006/relationships/notesSlide" Target="/ppt/notesSlides/notesSlide10.xml" Id="Rd0a6f4a3575d47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eaebac6e2a4600" /><Relationship Type="http://schemas.openxmlformats.org/officeDocument/2006/relationships/notesSlide" Target="/ppt/notesSlides/notesSlide11.xml" Id="R644e705ea41043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355570bce4e4f" /><Relationship Type="http://schemas.openxmlformats.org/officeDocument/2006/relationships/notesSlide" Target="/ppt/notesSlides/notesSlide12.xml" Id="Raff878069cc94c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ef80778ba4915" /><Relationship Type="http://schemas.openxmlformats.org/officeDocument/2006/relationships/notesSlide" Target="/ppt/notesSlides/notesSlide13.xml" Id="R024d0ec09f0941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715cb12add41de" /><Relationship Type="http://schemas.openxmlformats.org/officeDocument/2006/relationships/notesSlide" Target="/ppt/notesSlides/notesSlide14.xml" Id="R6063e9299cf741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5dda044824b41" /><Relationship Type="http://schemas.openxmlformats.org/officeDocument/2006/relationships/notesSlide" Target="/ppt/notesSlides/notesSlide15.xml" Id="Rb2e381d2539a48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48A01-E142-4842-B9C7-734310F6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9D588-4454-455E-9B1C-99E6FD2B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9D8BE-2EDB-40AD-B16D-13864C03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B3BD460-14C1-46B5-8D1C-B4C91C24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E6A05A16-C5B2-4A42-A7A0-5CDDE296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INSTRUCTOR PROJECTION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7E066-204C-4602-8CEB-2FE8103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MOIN: Map Of Informational Needs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4C38F-0A84-4F85-9876-5197984A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Demand Generation / Live workshop projection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73E17-E4BB-4F8D-B61A-D39DB381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DCE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19A97-9915-47A2-A98A-DDD5790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22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53AF1-CC36-47AA-9F8C-394F04A8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F0DF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25CD1-E9A8-43B1-AAA3-30A83140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Instructor-led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6188-DA7C-4BC2-BD55-6C717D8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E4E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0DE95-1B8F-4569-A8B4-3B6241AB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813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Artifact-first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3A4F7-78B4-40C3-A114-3E97321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333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23B8F-8A68-420D-90A0-BFFE5A56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76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562FD-42D5-4652-93BA-4A1EBC0E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7FFBE-BBEC-43BB-A8E3-908B966E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grid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00C2F-8D43-434E-A05D-5C12A88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CC1D3-78E8-4DD0-90C8-129B632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WORKSHOP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5B2C9-4072-472E-8B95-699E0963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60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Teach the operating decision, run the diagnostic, then force a usable artifact. The slide is a teaching cue, not the handout.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4D8E9-2158-4F8A-B734-0664455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69731-16BD-4FF4-8CE9-DBD0251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4057B-8B4F-4DBD-BB9F-8228C04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9e28222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D5E7F-42D3-48DD-8891-E6EA799D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C9579-04B9-4374-B0EA-D639EEC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49E1BB-0067-48E3-8C6D-A051AB3C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1831E4-DCB8-43C6-8548-5986DB9D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15178017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C6376-AAB8-4FBB-817B-86184AD0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B3179-5762-4EFF-9D66-6744B57C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64D4E-1AC6-405F-ADE9-542602C5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D993C84-AD32-4D92-BF1D-4B4EDAE7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0D6BB422-D8BB-45E4-9EB6-421BEA2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LESSON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6396-CB55-43F7-A303-602499A1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promise is an operating capability, not a concept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CF28B-6DC5-4B28-90BE-E7E25D1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set the standard for the artifact learners must produce.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30321-8532-4286-8855-5ABD1346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F7209-0781-4B17-82D8-B42A758A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D1FC5-4ED1-4D3B-A8DD-39A0DC3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A41A2-2298-456A-9129-3BA76869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71CC1-0144-49A6-9390-AE95BBEB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0BF27-A101-45D2-A972-A172C515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61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Convert buyer uncertainty into a role-specific content and proof roadmap.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A3BFD-BA06-4E7B-B73F-7279434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5BDA4-BE29-4950-8A49-CF6D8E7F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 MOIN grid that maps questions by role and demand state, then translates them into content, sales use, signal design, and proof gaps.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548B0-B139-4DFE-823B-2269B4F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248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EE514-33E4-412C-A172-00544B4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10704-F02C-43A0-8E99-8BA947F5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F5087-7277-409D-A642-51AF6711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A6C1-1D4A-4345-81D5-605E20E1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for evidence before opinion.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BF1CE-67E0-40F6-8545-7DC9ED79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66C01-AC6C-47DE-A250-D6DD3A96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workbook for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173DB-9B52-4DB4-A6D6-C4DDB7BA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D52B5-3B88-4E63-BE8D-2BC2BE0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first drafts subordinate to human correction.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82CA6-B125-464D-BDDD-B63C8AB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2E1BA-F309-459A-8C75-7A8E6E62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accept generic SaaS or lead-gen answers.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D079D-4853-410B-A56B-FA9AF7A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EDB41-ABA0-420E-AC82-B95A43ED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6CEE2-0DDF-4AB0-A8A0-B8A5323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323436-D5CD-4E63-895A-89E13B36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9764504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D0150-2A21-4229-A149-D30AF672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CAD96-00F5-4CF8-8C5E-B2DE9C94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1B4F4-33D6-4420-8479-1523E809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5E2EF11E-FB89-4682-BA05-59AF1E68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C43665A5-7C7C-48A7-AB62-667C93C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AD321-533A-4D2C-991A-1066EEAE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GTM punishes shallow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6474B-B132-462F-BCFE-EB9FD6A5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instructor should tie every point back to long-cycle risk, committee proof, and trusted circulation.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CD8B6-E149-4AC0-8859-E6F1154C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00855-CB6C-4CD3-844C-56365DF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392AC-B714-4821-83C9-2E615418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755A5-14ED-456A-AAEC-27A00AD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CE5F8-B773-4A96-BBA0-FC169A7A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143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728AF-30A9-4E74-AA9D-4E4059E4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02B71-E239-4D22-90E1-642DCBB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DBCFE-791D-487D-9287-AE87923C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17597-CC63-43BF-905E-8F80AE8F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Industrial buyers delay decisions when information does not reduce risk.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2B39C-A224-4A14-BC34-492DD920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822E0-BCF3-44AD-8762-D8E7BEE9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Content topics are weak unless they map to buyer uncertainty, role, demand state, and proof need.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D4F03-3AFC-48BE-A039-86C5E680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7F1CA-CA6B-46E1-BCFE-E4993E2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MOIN prevents product-first content and premature vendor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2BADF-8BF3-4BF9-B5FA-7ECEF18B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C5E9F-BC48-4AB5-9292-CEBB600F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map tells marketing what to build, sales how to use it, and RevOps what engagement means.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F1682-506F-4369-AC02-CBF0E205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91613-A30E-4A15-AB89-998BD74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BBCA4-D9CB-4394-BD67-730E7DC7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DB4BF-3D43-46D7-8FB1-D7CA0BA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6DC15-4982-4E73-85F2-B3B4452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CF833-438A-4DEC-857D-9D1ADA3F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activity to account movement.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A0DBD-7BF5-4225-BBAA-4C3AF65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5D3137-650E-4769-BBA0-8EBDA26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D3F2D-F03D-4B07-BD8B-75F4F32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one persona to committee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4DAB3-AF8E-4AAC-908C-CF5CF125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700E06-7405-4932-A3CB-5C9F435B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81F09-86D0-4B0A-8A93-E9BF57B3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content volume to buyer uncertainty.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E808CE-C41C-4D29-A3E3-8D1EEA47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45B23A-19FB-49C0-A4C9-652B7A4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DF5615-02EC-4E69-A2C7-A9D5B52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engagement scoring to signal interpretation.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305DD5-628E-4D6A-BDFA-39FB2E62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14A8D9-B50D-4F57-8F58-F01983E1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547201-AB54-455A-866D-19038713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reporting to weekly operating decisions.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70D1B6-5BC2-4E4D-AA3F-8F0BAF1B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876DB1-8B1D-4274-9CDC-521BB66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E2BEA7-937B-4714-A25B-95B26AF5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503B7D-9F89-42C7-A7A3-A8050D9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1112362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2FD4F-22D2-4D99-9509-F18D5B1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17CA-3916-4618-9CC3-CC81A02A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3DFE4-42FF-4E7A-BDEB-64878F6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FCB056C-AE61-4F2E-A6D1-39F43DC2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891E0C62-E502-4D97-B434-A797B1E8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CORE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91303-07A6-4FFC-AD2D-60403A00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maps buyer uncertainty by role and demand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3614D-47C7-479D-876B-6ADDC403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89785-EABF-4707-AF7C-7E655EE4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B99B2-1303-43B8-97E0-90E3694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A0AD0-4C8A-4E76-9079-39984598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F1F5C-3208-49B0-BE42-D735B745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7050E-D8B6-4EEF-98AA-5C133B2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07351-625A-45BA-BFBF-F113131B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A03C5-BFB8-4CBE-B881-96E21F91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6DDC7-BF22-4F33-8CF2-A5409EC2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NATIVE OPERATING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5788C-67FC-4A25-9EA2-FC7D91FB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AA03F-0D4A-4741-A184-B53C8C00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3F97D-E2F3-48B6-BE07-AD9CBE52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CC871-11D1-42C6-ABF1-2D5371F9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Choose the ICP segment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024C4-DE99-4034-93AC-CB75299C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B4B5E-6545-4B46-A590-4F2ABA2A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D7B45-9F02-4E06-9847-29B52AD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CC704-ECA8-4B15-ACC2-94CB6166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8CB91-30A1-470F-A807-87B48B0B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List committee roles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B9122-87B1-4E4D-8094-8353F94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13798-FA30-48E4-887B-ABA3B114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F7166-D411-4446-84B4-DD9CF3ED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48D8B-04E2-474A-BC9E-D9B54AC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2F653-A4A8-4591-AED1-6163561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Write content-demand questions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A8958-BF53-4CBF-9C98-C0F6616F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A22369-408B-4F92-9887-1A1FC8D2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0277F6-EE5F-4913-8885-ACA022E9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3DE36C-DF18-49E8-909C-E5A9EF5D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BA4FF3-E533-44C7-B7C9-9386BFE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Write solution-demand questions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63F83D-660A-41DD-8646-C2B7248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3E0CA-C311-4569-84D6-5FEC430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F14A1A-F6A4-4991-B579-5D39864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CB365-7E36-42D1-8B4B-F267FF33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Write vendor-demand questions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A7C459-72B7-41B9-9A38-823AA6CC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54C32E-EE20-4677-8DFA-2ED05B2D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61513E-7575-4CBC-A90C-0C6932CB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50D521-4D63-480D-8943-E66BAABF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99B3B4-40E5-4E0B-A68B-790D972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Identify proof assets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7A185C-0443-43C4-A1D2-D16978C0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B29084-8D7E-4536-A5F5-157D183A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ACD784-ACA4-4FC2-8EF7-C85A9B50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045CAD-ED62-402C-B84C-C60DCE70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308545-3799-41EE-B79D-CC813C15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Define sales use and signal meaning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3F6F8A-8281-4548-8493-6ADE1DF9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958832-6233-43A9-931E-1758367E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Flowchart companion: assets/flowcharts/05-moin-to-content-roadmap.svg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80B4D2-F9A5-4D91-885F-948EC197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056A31-1C37-4804-9D8A-66DB9F2D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F7F99A-6CB8-4BA8-84A9-7195C36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CD5F42-9720-46FD-A5B5-4F026D13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C43A95-4DA4-4182-81CB-13C1692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750F4D-5F86-43E0-9522-CE4CF780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5015DA-08CA-4601-A181-288C13A4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A6BE8717-3773-4ECB-96B7-54C340BF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2B603FEF-5764-43E6-9483-FDBE3F75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CORE FRAMEWORK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051ECB-A9D9-4049-A38F-C959CB8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maps buyer uncertainty by role and demand state.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8EBF18-C1B4-453A-AE36-25BCE2E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E945A5-77B3-4E74-A3FB-82488610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CEBE6A-FBD6-4777-AF83-EE3B51F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054EF3-2FAA-4782-9CAC-9B1214CA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767127-A13E-425F-A85B-B172FBF0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9BE728-CA9B-4345-BB62-F2BC8CD2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A00315-E6A7-4EB5-A941-D987780F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E9FA3D-1D0C-4148-88D6-D2834EFD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18023828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EC5F0-D873-45AB-9B12-040A3C0A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88787-B922-4B19-92FE-26E9734D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5AC3F-3DF1-4282-B7EA-D0CA0D2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A496ADB5-F372-47F3-9276-96589393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3DAC2BB-C7DB-47B7-AA39-4FF16C15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2B5B3-699C-4A4A-815B-556D0762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Every substantial asset must answer four operating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D2CFC-0D2E-4999-BF3F-537DA7BD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Keep this slide conversational: make learners say what would change in their current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EE4B3-6EAF-44E6-BF4F-52FC0DC7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B2BAE-2C3E-4069-8EC9-6400D8FE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7780F-8B24-4A71-8D5C-324F6510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8DAE3-9235-4B7E-89DD-D6476CAA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97E6E-169F-4DFC-A9A9-EA3BB54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F78B5-9414-44F6-B830-22658C4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C0490-F955-4E17-AF8E-1335FFB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rPr>
              <a:t>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D6021-6C30-4D54-8D1D-C97BF936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segment or account cluster is this for?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3434B-42C2-4690-A210-D9FDA326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7A1E3-5AB6-48B8-A1A3-A236583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A9C27-ECAE-4E99-A295-B1EBE60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rPr>
              <a:t>Objective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84DE3-B1F3-4954-BBB7-C7206EC7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belief, signal, or movement should it create?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06E83-CF29-4570-9C7C-960E93CC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02840-79E4-437B-9A08-F81836E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1C22E-2AFF-48BE-8DE9-7199B19C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ED9CE-C69B-4818-8006-5B21A5E9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non-obvious lesson does it teach?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4CB26-6F0F-4B06-B588-98AD3340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54F61-432D-4C74-816C-116A4B02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BAE0C-2CAE-4AFC-92E1-F35302DD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Next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9EBDA-7EE7-41CC-ABAC-9B24B7DC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should the buyer or account team do after engagement?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172B1D-64CA-4668-BF9D-1915681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3578D-C24A-4927-8259-279E60B2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E36A51-9E25-4B12-BEDE-A5AAE00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Ask: which box is weakest in your current category?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83452-2032-45F4-8AEF-54B60783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D05787-389C-45FE-8FA4-70A3CC03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774FAC-F343-464C-B2BE-33792E7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553B70-B08E-419B-A45A-F48BCC4D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3074200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D4273E-E5FD-43CF-9B97-B4F6F67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08978-A714-4144-9F7B-E804E686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460F4-F038-47E0-B218-8059B207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2D0EA7EA-2E84-4392-8E62-2DBA569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7A4C447-6C04-48BC-B364-D52E7CC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COMPOSITE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3B9BC-B5F6-4193-916E-4891EB17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inspection and automation-adjacent supplier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83A42-132E-4836-ACF9-91DD4759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64292-B574-4B36-B35B-045E337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5BC85-A3DA-482B-906A-A7E33FF3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628DD-055B-4EFA-8077-CBBEE9C2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C5351-0D33-473C-8671-A7B7549C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50B2-BA8F-4E20-843E-D389D136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7E944-C0BF-4478-BD9C-1F3E510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BFF1C-AA32-43BD-8877-1F2F4DEF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AD8AD-AFB2-4172-9DA5-9872F127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PATTERN AND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09ED3-977F-4BDC-A81B-686EF4DC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02980-43C3-48D1-A312-774521F7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weak plan is automation trends, product demos, brochure excerpts, and ads to a form.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338D8-1962-4824-9918-D4790BFD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E53C7-2CB2-41EF-9830-EE5CEF41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MOIN plan starts with defect cost, inspection method comparison, validation proof, integration criteria, TCO, and...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4DABA-F427-4734-A1E7-B175A4DF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9B4E5-0DE7-47D9-A057-BDEEC643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Questions are separated for quality, plant, engineering, finance, and procurement roles.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FD9B3-A131-4D3F-BEA6-F1587670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1AE59-F738-467E-B0E5-2DF84490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result is demand generation because it educates, equips sales, creates signals, and reduces internal risk.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B6CEA-8BB5-4937-B44D-E3202B3D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5DCC0-BD6A-4937-878F-D84D8E3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53024-D7A6-48BD-8EE1-9C7A8BC3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0FC04-C47A-46C9-8F8E-40127DB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FA878-E271-4E6B-B687-16ECF7F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58F246-CC0C-4A30-8472-07B39C9A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9C12D3-8F52-478E-8F1E-2B88A368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92074CB-7F99-4E6C-ACCA-98CBC86E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9C4CFF85-C919-4776-873B-90B31254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COMPOSITE EXAMPLE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7F5619-EB46-4753-A208-38C292D1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inspection and automation-adjacent supplier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D13AD1-45CD-47B1-BCA2-6A1638C8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146C89-6547-499D-9821-4BC73C19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F7731-F924-4977-8A26-4C09BC4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20601A-75FD-46E8-993C-D2944A67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B76449-1179-4D88-A431-680BD677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44FBC1-3EC7-4543-8F38-C2370C9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24B7AF-3E78-4977-8450-3CD9C5BF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ABFC9E-7491-4BF7-9AB9-B6E53EFF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1469005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FC8B8-179D-49B6-8C60-E6DFC6A3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87DF6-97DF-4624-8726-26BD73D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6C00B-87CD-4EFB-8D44-81AE2A8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4E50B2C5-217E-4ED9-B422-89A86EC0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C5093242-02C1-4B6B-B9B8-06AD852F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DIAGNOSTIC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731B-7036-40BF-9C33-1B11EBC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Run the room on one hard operating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2BC03-983D-4ABE-8F9C-7486378B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is the short live diagnostic before the exercise.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59E9F-A3D4-40DD-BB41-5B0B67B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77C33-34E5-4C51-944F-4320E29F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60D7A-C4C3-4677-B2D5-2758630C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ED7C0-7E69-4A0E-93DD-1D4DEA60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04F87-9D69-49FD-A6A8-86155463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0915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F1F75-4635-4DD5-8AF6-C23C0D66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05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does each buyer role need to understand before the account can move to the next demand state?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0FDDA-E2F0-4F1C-BAC1-AE9BB276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C083C-2D99-449A-A298-1F2FC55F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QUESTION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1C0B2-8C87-4594-BCAE-6CB1AB2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E2534-A013-4380-8906-9530296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does the buyer not yet believe?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504DF-DB00-4FD0-A086-D0DFE89D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B9E5A-98BE-4D75-8782-2465B313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role is under-educated?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C2441-AF70-4EA3-9D7D-EC11E9A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2A175-D6CC-4D9E-B04D-B3FE37B5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question blocks internal consensus?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E2F8E-D3D7-43CA-86D2-C8CB28BD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C15B0-44D5-44F8-9F83-0DF589E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question appears repeatedly in sales calls?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81E8A-4A84-4AB2-8E99-4719133B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8AEAE-0C7A-4D75-8FF8-4249706A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proof would shorten the internal debate?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97A56-06B1-4273-97EC-E4FB10AA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3A2F4-C322-49D8-AED5-A8AC327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engagement would create a meaningful signal?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21D84-1DCF-4777-9FAA-C53CFB62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67BE3-6D5B-4C45-9073-2730F6B1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0916E9-0BC8-4B82-A4D4-625BA90D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6FF3B4-C511-4E1D-8733-46D10DA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9947302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2DEB8-0E56-4208-AAF8-BB280DE7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75EDC-3DC8-4A92-AF31-A00C1B2D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B272A-2AE7-4D06-8163-8510ADC0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3590078-BEB4-4FC1-8E91-7F16F4A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6A55FE08-F943-46A5-821A-CB13AEEE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EXERCISE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507FA-C44B-4AEC-BFD7-FF9AEF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Build the MOIN grid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F668D-F9A0-4AA0-BA65-417A769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exercise produces a working artifact, not class discussion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98636-42B0-4370-A9F2-9ADD2F14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EC43B-FD1A-4835-A41D-6088D13E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116D5-7A9F-4E00-A621-C18217B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B906C-400E-4396-8F5E-C4D1A567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7D390-8499-4445-A5B5-538FED4B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A151C-0174-47A0-9441-5A98442F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2BB32-D096-4825-BF8D-D7CF25F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TIMEBOX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C6742-6C31-463B-BE42-77DDEE4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8 min grid, 4 min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E3AE9-6DCC-4C9E-8D57-E128F19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698BB-22F4-44A7-BEFC-3F01623D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60063-5A9B-477D-ABBA-57CFB18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MOIN grid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55863-8564-4141-889E-1A1E62A8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7334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7C6D5-F6CE-41B7-923A-61D24074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A390-E84A-427E-AC56-E7FCF6B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LEARNER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B5D08-566A-4ECB-965C-38BD5946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10F36-310C-410A-B32E-4F04BE91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390F1-EF13-481F-8D73-82523A4D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Pick five committee roles.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C0A73-E208-4A33-8489-77132E6E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7D6DF-96A1-4B17-98E9-875AEAF9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DB0226-DB3B-4553-97EB-80772C7C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194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Write content, solution, and vendor-demand questions for each.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33E428-B02C-4976-B6C1-DF5B86CE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026C0-A57E-4011-8887-8DD9B8BE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18293-3979-4A11-BD2F-1DE063F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671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 the required asset, sales use, and signal created.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50B025-076E-4F5D-A3E8-3205037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24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B6FDD-732C-412F-9AEB-E94296D9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529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8AFDE-7BF7-4063-AA29-4457DE9D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148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Prioritize the top five assets by account movement potential.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664B1F-D31C-4217-AD25-D979AA54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8D89F3-B9AF-4B83-B6BA-E852A86A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C89771-410D-41F8-AF57-BED47666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F87923-F212-4DF7-A488-4C37EB00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15155183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55D4B-ED32-4DFB-B290-D66CC9FF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074A6-EE5A-4E0C-BC93-202F6DBF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4EA0A-72CB-4014-9EEB-E24F3846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ADBC2BBD-7133-4779-B6D5-77D89C3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C131535D-EA59-481A-AFDD-C80BFC6E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GROUP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594F5-9FB0-4C51-8DB0-6AE5180C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E86CF-F7E8-49B3-9303-DA98251F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A3394-8A05-4AC7-B1F9-016E61C1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B3425-FF47-4592-9AF4-A4465912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304D1-F3CB-4E25-8DB1-D8145342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E009D-46B4-43B2-A249-FB96A0BA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33BC0-7053-4114-A8A5-7C409FFD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912FE-9B93-4167-A15B-13D4CFC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3CCA2-6040-4779-8C35-48B4FEBF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8A6DC-6654-4870-BDBA-F9ADC503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TEST THE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3DD07-4316-46F7-9D99-F3307111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C70B7-AB5E-477E-898C-130D123C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A8230-99F3-491C-94C6-ACFFD5EC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Mark each question green, yellow, or 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18D47-7290-4CA6-9DAE-64BC6BA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DA0F6-9D72-4F08-ADB4-D7EB5373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538B4-9CFC-4993-A91F-25CE071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Ask which role would ask 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BB27D-1047-4B80-9C1D-1671F025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E3831-B492-4FAC-B8D4-2AB5DBC0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FB332-A8A0-41A2-9174-29D90845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Ask which demand state it belongs 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8DC16-CBFB-4A3C-9E02-177951AF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E2C86-F09E-4EE9-9D37-642FFC82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FORCE THE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EEA1C-488A-40AF-9488-8D8E5C1C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675FEB-0C66-4A49-9CFA-32CB1BC2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63266-E8EB-4CC2-B69A-6C1DE195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Ask which decision risk it reduces.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8D371-DC57-4615-A709-CF285D4C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03536-7ABB-44E3-8557-14F60FEA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BA3637-7BAB-4980-A43B-FE7AE26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Ask what proof makes the answer credible.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6BDCF1-99BA-40EE-A8E2-FF25D9F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6A5CB6-B6F8-4FFD-A87C-DEBBC800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D578E5-CCAC-4EF8-AFFC-49E255D4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Ask how sales would use the answer.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3A1CF5-9087-4C48-859B-27288373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FFF4B-B851-49F7-9E9A-2A059B2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3C1D6D-D351-4676-8656-696558CD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72AC77-4AE3-45D7-AE0C-A80694C9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D1743C-0DE8-48EF-A498-C2D3338D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A3F12F-4C32-4C61-BFA7-6AFBBB82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B479DE-371C-476B-B142-A5C2089D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CB78A478-9E29-4291-96B7-6A2D8F9D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F4553DE-3F47-46DF-A8A7-EF5114EA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GROUP CRITIQUE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EB4AC3-149F-4CDF-8368-02826291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93865D-F7BB-4FD4-8A8D-C7C6956E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159306-E02D-424A-B0C8-81E51D2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C2964-4041-472D-8B63-D2C6A16D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F567A0-983C-4401-82E9-E7604AC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ECE049-71A4-4894-B258-479FD4EA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9B75BA-6E00-4F49-B5D2-38811D6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37D74A-256C-4F55-8B54-C0CD867E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BD9510-164C-4DBB-9007-9A03B73A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214147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01812-C586-417A-85A8-4F64FC2A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8C475-316E-4C0D-AE4C-1FA2ECC8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DA996-8CDD-4F91-B55B-B752BA9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4644DE1B-147D-4243-9867-EA7540D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4AD3BBF-5203-4797-AA8B-A2D218A8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STRUCTURED DRAFTING DRILL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56474-AD9B-460F-B777-33F633E9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Structure the first draft before the room critiques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823BC-F326-4192-A44B-E3E32C65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brief is constrained by source evidence, assumptions, output standard, and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96BED-2528-48A1-9639-B93BC62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92B4-27D3-4A04-B1EB-4D1F4908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A4DFE-0AA3-47BC-B64F-A2F4110B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787ED-E66C-444C-8A21-51920DA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C29FC-6F8B-4CB3-8245-A5502BC9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9525">
            <a:solidFill>
              <a:srgbClr val="F5F6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10A17-BC82-45B5-9B3A-7111579E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619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C8F58-AAA0-4164-9A2F-AC671FC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8EB58-E7DB-4526-9A48-CE581183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DRAFTING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14486-FD93-4247-88BA-633A2C9D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610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Draft or repair a MOIN grid for the selected ICP. Separate buyer questions by role and demand state. Recommend assets, sales use, RevOps signal meaning, assumptions, and field-validation questions. Avoid generic content topics and vendor-demand claims before buyer belief exists.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1BD77-DF29-47A6-8707-E83A2B3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9339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C7AE3-14C8-441B-B671-74AEDC1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DF347-C9E7-4CA6-87F8-F293F6A5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REQUIRED OUTPUT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8FA3A-6B3C-4B0D-BFA1-D5B7CCE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FD94F-BA0F-40D9-BC00-BE3F3589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Questions separated by role and demand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9BD52-6406-4F0E-BF89-42753D76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79F60-9357-4A5D-A9AB-C9744DDB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One asset per critical question or proof gap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CC613-8C08-4FC8-B61D-BF7607D0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FF81F-E9D7-4FA9-9C78-82030C8B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use without pitching too early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8FEAB-7419-47AB-BF55-4BAB64FB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76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7B6721-379C-47D3-A3AA-BED9F258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meaning and routing implication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C96BC-AC34-44E8-8555-D2D1238C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52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C31F6-0820-4605-8E6A-18E230D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Assumptions and validation questions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BC2029-6C63-488F-B7F9-94E6D87C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DF1681-EB96-4D5A-9A5E-AEEC9DFF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CDD58-4BE5-4C99-8553-66B6340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0783EB-E96C-441B-BD2F-179DF3FC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067AD5-74A8-4A49-A919-E32D0ED1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6BF910-766C-4C89-A37D-BD831093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9DDDD-255B-492A-A4B4-28711BB6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67DE8C14-E94F-4BD8-8027-17B154E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616A0892-E710-4118-BCF9-E8DDFA85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STRUCTURED DRAFTING DRILL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B63F27-1FAB-4E43-8B1A-75AB341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Structure the first draft before the room critiques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FF408C-A637-4C12-ABD3-2D350042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brief is constrained by source evidence, assumptions, output standard, and validation.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F1BE15-FB9F-465B-ACF8-272C6F91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027DAB-F3DF-4F35-AA62-99EF42D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12ABFB-EDA6-4549-81F4-962E73DA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BC310-7A93-4CF8-838A-2B534A70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B2CC83-EE7B-40DA-AE2F-0DFF09C4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3DD47D-0337-4DB6-8D11-BCC4DB7E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C6F0D2-AB62-43DF-9A24-95E47DB2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21420603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31B3B-97B1-4608-BD03-02ED7E75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93495-1179-4CBF-B6C4-2CD9597E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EFF93-1056-472C-B55F-114C6735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40C84BFE-2443-4F1A-922E-A0D40887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411065C7-A1CB-447F-A6E2-13B17913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QUALITY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54D49-CF05-4ABD-B1F9-FA23FCAF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Reject weak artifacts before they become operating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421CF-CAFF-46B6-8111-C1D223B0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41066-43E8-468A-A5C7-33369CD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0462D-D4C7-427A-B62B-4E15760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F29FD-17D6-499B-85D1-D7C5593A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3F66C-52CF-4D56-AA31-594D1484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372CF-D215-461C-806C-232C8C99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50B6A-13E5-495B-8675-1A5DFCB8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76771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79925-304D-4203-91D7-7FA33F0E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6ABF8-1BBD-4435-9864-68C4891C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REJECT OR REPAIR WHEN THE ARTIFACT...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9C9A6-1A2E-4B24-9472-A63639B5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A46AF-BA5B-423D-9422-C588BCA6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generic topics and content pillars.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F600A-9D4B-45B8-99E4-C0494790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8B5C5-C86A-43D7-A8C8-C2A9FC79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output that ignores committee roles.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BFD6A-33C1-4EBE-AB33-46E6175D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37DE2-9D70-48D5-A0BB-B788E8AE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vendor-demand assets placed too early.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141EF-7B0E-4E34-A76E-6239DE0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8E1EA-05CA-4C22-9012-1B42877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missing compliance, procurement, implementation, or finance concerns.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CC7FF-0CB5-4295-8CF2-33F5AF2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413EF-05C8-4A29-B25B-10188623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polished language with no industrial specificity.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914B0-FD97-47FE-A74D-28E5EF1C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428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8BC58-F655-43FA-A91E-0C80940A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D02B8-ADB7-462A-ADDA-1E83157C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925624-12A3-423E-A556-E005A69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correction standard is not nicer wording. It is better industrial judgment: category specificity, proof, owner, field, SLA, cadence, and disqualification where needed.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2BD47-174D-4EF5-8CAF-46F1EAEB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163B44-0F13-4804-8C34-F51A7F72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611026-80D8-4FD3-8769-469C4C7F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what the artifact assumes.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338E98-0DA7-485F-AA7B-B453136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360D15-A004-437E-9C2D-6DE6DB83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6BBCA0-CD02-4004-A9FD-6AD92DD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77DF1-131D-4D96-B674-B5FB5BFD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3BEC60-3691-4E9C-87F6-DBAC3279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7771E2-F611-4003-BED4-697BE10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2C4B6F-8205-4B96-8156-E0CBD11B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AE405275-160F-468D-8374-93D653C1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6441EBB-E537-4E42-ABCC-B1757FB9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QUALITY CONTROL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FF6441-688A-4F7B-A465-B4FC8C2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Reject weak artifacts before they become operating practice.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6C12F6-4C53-49BF-AB73-F1989F6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B53198-14C0-41F3-9060-E19DCAE0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F7ED9C-234E-4156-AA1F-940F0C7B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CC682A-2FB7-4139-BA6B-A265CDF8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EA4359-6406-4E16-B9AE-AC21B4E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23CE9B-D4B6-4FBF-9B77-45E19D06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F6281-D810-47AC-9F3C-26073E0A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9906E2-396D-478E-AB8D-17653618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1175674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B8847-8FA4-433B-9E36-BA240C9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D2939-FC04-4B52-9F2E-25B584FC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38FA5-4E73-4BEF-A53C-CC20DDEA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AADE4C73-ECE7-4AFD-8516-D9AD62D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A58D4825-1C10-41EE-AD98-1496BE4D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REVOPS 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1AA1F-97AB-45D3-AD34-16BD3B2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creates content metadata and signal meaning.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17703-839B-489A-AA12-11CD0728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artifact must become inspectable in a field, board, owner model, or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2F91E-57A1-4BBD-A575-D41ED03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13F14-C5C7-4311-BDD2-34BCBE65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D197-26C4-4AE7-916D-03ABFA3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96054-6AAE-415A-BA3F-BF215F76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58D6D-8DF1-4444-8FFD-6CFEA64A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CD491-7749-4620-8706-ED85D1F7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912C9-36D8-4294-81A8-F7A3DE8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Asset demand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4B82F-F9EF-40AB-8A0E-BB39A15E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EBA37-6D6A-4E6D-A3D7-EA71949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1C6EE-CC35-4F50-89F0-851EA96C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Buyer role served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B506A-2FF6-48F9-9D1F-34EB54A0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09C3A-52CD-40D8-868C-EE67BC11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C1B6E-22B0-4DB0-BF6C-2756A791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 cluster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4564F-8E8A-4234-8902-6273E6AE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129A1-B242-41F8-AA1C-2650AD1A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46A6C-E1DF-48FC-B8F6-75B5D4BE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Question answered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A222B-E89D-45E1-A4CF-D1EFB4F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FE730-2411-42BB-AD8F-04EA74C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BE96C-5265-41AF-882D-1D1B1877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use 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B15727-74D9-4C06-902F-75AFD4C7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087B7-C8E9-4DF8-B29E-F13ABB90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686E2-904D-4DB9-82CF-E4524FA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meaning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2778A-8B11-4A2C-91DD-60F872C2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915AED-A788-455B-8EDB-D2A7238D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DD8DFD-26D9-418E-BCFA-78F61584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748722-D8C3-48BF-B17A-3E8A6E59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11319D-F7E1-4C05-8FF2-EBF7F35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6B9AC-A0C8-4BD7-AC3F-D90B250E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If it cannot be tracked, it is not operational yet.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4BE0D-9368-46C9-9EE9-CD81C908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C5A2E8-8EBE-4BF1-B2E3-4C0E675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15F2BF-2F46-46D6-AD77-1A331455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4F4BEF-5975-4A3C-8FE7-4E8732B3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16406236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33CABA-6ADC-48D0-86CD-C7CA4B88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759D0-181B-4ABA-B0A5-8A1F3D9A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4167E-8509-40AE-9D11-8CF1BDAB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9153BAFA-7CE9-4ED7-BAF9-329426DB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03604DCF-66EF-41FA-AFE9-6C0D2720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FAILURE MODES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8029B-A6C4-4BD9-91CA-F754ED94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AFCFB-FAD7-4BB4-81EC-5461C1D1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D2C1D-6B26-4F6F-B420-C57432F4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FA252-3966-4AB9-BC23-CBAE0DC8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69545-C327-45B0-9988-5D5BC267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27C5F-1EB4-4215-94C8-1239B1F2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46945-6FDA-4E3F-ADF1-63E1543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4C0D8-522E-49E1-88DE-3B8475E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4434C-20FF-457E-9B3A-177E98DB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41E72-410C-46BE-9382-F2B2FB0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24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AB0F5-9F75-44F4-BE35-4B007CCB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looks 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5984A-AEC3-41B9-A42D-6262D8E9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16DB5-3F5B-4013-8F37-9188A97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D4485-7F38-41E9-AE13-7738D87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Topic brainstorm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62EB8-8A9F-49CE-9E4F-2EF1A916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Blog ideas with no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1B53A-6AF2-4AFB-9026-EA65EB24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Map role, question, demand state, and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F0F67-882C-4AAF-BFBA-B25AEBFD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35179-A09A-46E8-9908-644A686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E51E1-27CB-4275-84BF-8058FB46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Product-first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40852-9C55-41A7-B268-EA1077D5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Assets start with supplier features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21FEB-B6B7-4C6B-8054-D68F3DFF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Start from buyer uncertainty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42823-6635-4E51-98E3-45968362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576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8B084-5335-4224-B055-7150A8C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Missing sales 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09E4C-F97B-4F65-8E4F-2F09E54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Assets are ignored by sales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69B14-56F7-42E2-AA99-CD7D530D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Add sales context and use case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AF170-1AB6-4A3F-BF63-E3C49158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23634-BDDC-48EB-B0D2-835B98AB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4B82E-75C1-48D7-BB72-161DD0B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No signal design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7F6971-5208-4E02-9A85-183F652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Engagement changes no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C6FA1B-F798-4E63-90CB-9AD7DA91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Define signal strength and routing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C06D9-C5A5-4D88-BEBE-95A3A87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B764B-19D7-46BA-A396-555A85B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0AD1F8-D28E-4CB1-9E36-301B09D9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0BBA89-8F2C-44B7-885B-DB7B4A5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B0C741-A055-41A7-9936-3F03532D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42C5B1-3B87-47EC-B31E-D0F0722F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1BD4DF-C268-4682-BF53-86E783A3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FAAEF47-41F6-42DC-A4CE-F13CED0A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D6D58A68-2BF2-4FEE-8850-7076A0F0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FAILURE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68842C-4368-4A45-A913-5D5A448E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BFC213-1B4D-4C47-89CE-345230CD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86ED36-A690-4E01-AF71-764F60B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DACE13-7AD1-49BD-BAB3-AC5515C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27C19F-89B6-4AE2-AA54-8F518D82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D94A3D-3FFF-4577-8E8E-53F1472E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68628D-768D-4F49-BC36-219F4F21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C15491-FB22-493D-B204-1DF51BE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FD80AC-FF7F-464A-90A3-CA88269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3032801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17389-860E-436B-8548-3833633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4818C-0EE9-46FD-AC04-6C7505C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0FF98-9BFF-4CAA-9B9D-85713D10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278AE9F-9CD5-4ED6-9E06-B506DAF6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9079BF1-87FC-4B1C-AFB0-2345F4E7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FINAL 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5D135-D72E-44ED-99F9-A307D7C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F5064-642B-4048-98C6-25176E06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F57FE-8588-4E68-BD48-C60F3D28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416E4-8829-4778-A286-082943D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F5F0B-91E2-4FCC-9F4D-4562817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50B39-D44F-4D5A-8E2D-0ADA50D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250E1-5883-4BA0-A9C4-3A9811D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42C7F-19D1-4344-B421-A58D7896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8199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A05AB-6630-4D84-B2B9-8033A0AB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8BFF5-8903-4E7A-BECC-01551B7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ARTIFACT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5F6EC-6BF4-4566-9A01-D514EAA7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D527E-A1B1-403C-9C2F-0AB48408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At least five committee roles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5B806-AA15-4704-9B18-B28E1C5C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24D0E-CD47-4685-850B-2B37E82A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Questions across content, solution, and vendor 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B331D-168E-4A31-A053-DE42C76B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493D7-919E-4B95-83BF-3A4AE263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One required asset per critical 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44524-7B63-4F6A-B2E1-AE439510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8E227-C375-4A89-B975-C5ED5EB9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use for each asset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69131-E9D5-4199-BEF7-F13E793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D398F-E139-4EE6-8635-749B08F3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created by engagement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BC2CC3-DAEC-4B89-BE9A-897852AE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9E192-DD49-4FD8-9D3F-1A7C062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Top five prioritized assets for the 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3B687-FCC0-4C12-9143-0EEA79F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5143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F8AB9-6745-41A1-A3E3-DC6A4888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4E922-3692-4056-BD91-F64E2775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COMPLETION STANDARD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53C096-2800-4BA6-9D95-9BB4E7AC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artifact passes only if sales, marketing, RevOps, and leadership can inspect it and know what to do next.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12D133-42F0-4B0B-A447-AF9B6FB6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5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If it could be used unchanged by a generic SaaS company, it fails.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36EE0-6A9F-4D1A-93D2-7233B91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F66B24-B4B7-4DBC-9624-E944E59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6A7C5-A390-4835-ADB6-98E2CB32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F301FB-F0EA-4460-9A6C-711123D8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0EFBEC-98B8-4BD3-AD3C-208E916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E5CB98-82C8-4E06-8F5F-F32F9710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289454-1BF3-4240-84E0-FC817207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2AFC7A0C-7EC8-4728-B02B-21AD979E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D3CA2DF9-1C2B-427D-96CE-92FD921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FINAL ARTIFACT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6D5849-07D5-4510-A38D-5D326064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F6EAF2-66C3-4975-AC05-49C9482D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2CA007-96E3-4A50-92C4-7D99B8A6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856FBF-BA8E-49F6-9698-9C9260BC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1C151E-C708-4D1B-B1C1-C76063DC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6AB79A-8F14-4C8D-B895-742A28ED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EAAB31-1BEF-4CC6-BA60-CBEC64B1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D10CD8-6CA2-4B82-89F0-DCC5217C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349666-0C48-4B84-B6CF-5BC88BD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768816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B3DD9-574D-43C4-9747-E783B9F3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CCAD6-A2F4-4D27-AE9C-C64F1CAB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B682C-829F-4613-8415-873AF607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DEB9A5B1-BFD3-41A1-B175-DE386B39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88C73FFD-4246-4282-86E1-C99DFD2D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04 /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147E0-D1B9-40A1-9A9E-1AC2BE62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Carry forward: MOIN grid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430F0-1290-410D-BD06-380BD710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F4672-CE51-4D3B-99A1-7A262035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0DDA3-2D80-4FEF-A003-69D5DDCD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F6C51-E22E-4C5B-B03F-26F99D6A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09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tells us what buyers need to learn. The next lesson turns those questions into a content engine sales will actually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F77FB-3207-4F6E-AF7A-AE85D76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91866-669E-4DA7-B553-DC1E8CB0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FE243-6F58-444F-A36B-84B19BB4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FD23C-915B-454D-91B0-978EEF6D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Lesson 05 - Content Engine For Industrial 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CFEB3-524D-40C5-A191-8FF2E28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091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C0ACE-96E6-415E-8B6D-241D347D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Recurring instructor check: sales impact / signal / RevOps field / buyer content / review risk / industrial failure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2C695-C8A3-4499-A0E0-AC93E77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2A77B-E0A4-4E40-AAC5-472F528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04 - MOIN: Map Of Informational Needs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E1AA7-AA15-451A-9D7F-2D7EB8D5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modules/module-01-industrial-demand-generation/lessons/04-moin-map-of-informational-needs.md @ 9e28222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A8E0A-8DC4-4726-9450-D0F896E2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960238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2026-05-16T17:39:26.0070000Z</dcterms:created>
  <dcterms:modified xsi:type="dcterms:W3CDTF">2026-05-16T17:39:26.0070000Z</dcterms:modified>
</coreProperties>
</file>