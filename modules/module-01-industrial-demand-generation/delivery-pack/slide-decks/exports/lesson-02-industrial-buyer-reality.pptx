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b720e11cea4535" /><Relationship Type="http://schemas.openxmlformats.org/officeDocument/2006/relationships/extended-properties" Target="/docProps/app.xml" Id="Ra5a52b1f125e46ca" /><Relationship Type="http://schemas.openxmlformats.org/officeDocument/2006/relationships/officeDocument" Target="/ppt/presentation.xml" Id="R35e4a375d6d1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b468f3db674f9b"/>
  </p:sldMasterIdLst>
  <p:notesMasterIdLst>
    <p:notesMasterId xmlns:r="http://schemas.openxmlformats.org/officeDocument/2006/relationships" r:id="R9d3ba795e0354eb8"/>
  </p:notesMasterIdLst>
  <p:sldIdLst>
    <p:sldId xmlns:r="http://schemas.openxmlformats.org/officeDocument/2006/relationships" id="256" r:id="R58fbcb9fc0b44b45"/>
    <p:sldId xmlns:r="http://schemas.openxmlformats.org/officeDocument/2006/relationships" id="257" r:id="R1988f7f8ae2c4e61"/>
    <p:sldId xmlns:r="http://schemas.openxmlformats.org/officeDocument/2006/relationships" id="258" r:id="Rd8c1e082a8154896"/>
    <p:sldId xmlns:r="http://schemas.openxmlformats.org/officeDocument/2006/relationships" id="259" r:id="R7197d79646514edd"/>
    <p:sldId xmlns:r="http://schemas.openxmlformats.org/officeDocument/2006/relationships" id="260" r:id="R301eab466a9241ee"/>
    <p:sldId xmlns:r="http://schemas.openxmlformats.org/officeDocument/2006/relationships" id="261" r:id="R29325b8b4b88458a"/>
    <p:sldId xmlns:r="http://schemas.openxmlformats.org/officeDocument/2006/relationships" id="262" r:id="R4dabd8738b094ac7"/>
    <p:sldId xmlns:r="http://schemas.openxmlformats.org/officeDocument/2006/relationships" id="263" r:id="R24b54e24f6274e96"/>
    <p:sldId xmlns:r="http://schemas.openxmlformats.org/officeDocument/2006/relationships" id="264" r:id="Rc21c0b2a253b436a"/>
    <p:sldId xmlns:r="http://schemas.openxmlformats.org/officeDocument/2006/relationships" id="265" r:id="R24185963fc214035"/>
    <p:sldId xmlns:r="http://schemas.openxmlformats.org/officeDocument/2006/relationships" id="266" r:id="Rf5f5dd5368fb4a0c"/>
    <p:sldId xmlns:r="http://schemas.openxmlformats.org/officeDocument/2006/relationships" id="267" r:id="R0aed7785879e4904"/>
    <p:sldId xmlns:r="http://schemas.openxmlformats.org/officeDocument/2006/relationships" id="268" r:id="R103dcad674f9415c"/>
    <p:sldId xmlns:r="http://schemas.openxmlformats.org/officeDocument/2006/relationships" id="269" r:id="Rb49d1cd1170c41f2"/>
    <p:sldId xmlns:r="http://schemas.openxmlformats.org/officeDocument/2006/relationships" id="270" r:id="R30e7f9488f05464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b468f3db674f9b" /><Relationship Type="http://schemas.openxmlformats.org/officeDocument/2006/relationships/theme" Target="/ppt/theme/theme1.xml" Id="Rc1b23a43e37640b1" /><Relationship Type="http://schemas.openxmlformats.org/officeDocument/2006/relationships/notesMaster" Target="/ppt/notesMasters/notesMaster1.xml" Id="R9d3ba795e0354eb8" /><Relationship Type="http://schemas.openxmlformats.org/officeDocument/2006/relationships/presProps" Target="/ppt/presProps.xml" Id="R4668de1b67664101" /><Relationship Type="http://schemas.openxmlformats.org/officeDocument/2006/relationships/viewProps" Target="/ppt/viewProps.xml" Id="R282baa3ab28347b4" /><Relationship Type="http://schemas.openxmlformats.org/officeDocument/2006/relationships/tableStyles" Target="/ppt/tableStyles.xml" Id="R2e32ad211b694ae5" /><Relationship Type="http://schemas.openxmlformats.org/officeDocument/2006/relationships/slide" Target="/ppt/slides/slide1.xml" Id="R58fbcb9fc0b44b45" /><Relationship Type="http://schemas.openxmlformats.org/officeDocument/2006/relationships/slide" Target="/ppt/slides/slide2.xml" Id="R1988f7f8ae2c4e61" /><Relationship Type="http://schemas.openxmlformats.org/officeDocument/2006/relationships/slide" Target="/ppt/slides/slide3.xml" Id="Rd8c1e082a8154896" /><Relationship Type="http://schemas.openxmlformats.org/officeDocument/2006/relationships/slide" Target="/ppt/slides/slide4.xml" Id="R7197d79646514edd" /><Relationship Type="http://schemas.openxmlformats.org/officeDocument/2006/relationships/slide" Target="/ppt/slides/slide5.xml" Id="R301eab466a9241ee" /><Relationship Type="http://schemas.openxmlformats.org/officeDocument/2006/relationships/slide" Target="/ppt/slides/slide6.xml" Id="R29325b8b4b88458a" /><Relationship Type="http://schemas.openxmlformats.org/officeDocument/2006/relationships/slide" Target="/ppt/slides/slide7.xml" Id="R4dabd8738b094ac7" /><Relationship Type="http://schemas.openxmlformats.org/officeDocument/2006/relationships/slide" Target="/ppt/slides/slide8.xml" Id="R24b54e24f6274e96" /><Relationship Type="http://schemas.openxmlformats.org/officeDocument/2006/relationships/slide" Target="/ppt/slides/slide9.xml" Id="Rc21c0b2a253b436a" /><Relationship Type="http://schemas.openxmlformats.org/officeDocument/2006/relationships/slide" Target="/ppt/slides/slide10.xml" Id="R24185963fc214035" /><Relationship Type="http://schemas.openxmlformats.org/officeDocument/2006/relationships/slide" Target="/ppt/slides/slide11.xml" Id="Rf5f5dd5368fb4a0c" /><Relationship Type="http://schemas.openxmlformats.org/officeDocument/2006/relationships/slide" Target="/ppt/slides/slide12.xml" Id="R0aed7785879e4904" /><Relationship Type="http://schemas.openxmlformats.org/officeDocument/2006/relationships/slide" Target="/ppt/slides/slide13.xml" Id="R103dcad674f9415c" /><Relationship Type="http://schemas.openxmlformats.org/officeDocument/2006/relationships/slide" Target="/ppt/slides/slide14.xml" Id="Rb49d1cd1170c41f2" /><Relationship Type="http://schemas.openxmlformats.org/officeDocument/2006/relationships/slide" Target="/ppt/slides/slide15.xml" Id="R30e7f9488f0546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f0ef30e4c664e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4a06d06a1742e8" /><Relationship Type="http://schemas.openxmlformats.org/officeDocument/2006/relationships/notesMaster" Target="/ppt/notesMasters/notesMaster1.xml" Id="R1437494d2c2841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2e2828ab0248b7" /><Relationship Type="http://schemas.openxmlformats.org/officeDocument/2006/relationships/notesMaster" Target="/ppt/notesMasters/notesMaster1.xml" Id="R269d37fee7984c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e6973fe794586" /><Relationship Type="http://schemas.openxmlformats.org/officeDocument/2006/relationships/notesMaster" Target="/ppt/notesMasters/notesMaster1.xml" Id="Rdf3cef1b98c44c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a2b061102042f1" /><Relationship Type="http://schemas.openxmlformats.org/officeDocument/2006/relationships/notesMaster" Target="/ppt/notesMasters/notesMaster1.xml" Id="Rc4f75812b0864e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09f702da524e61" /><Relationship Type="http://schemas.openxmlformats.org/officeDocument/2006/relationships/notesMaster" Target="/ppt/notesMasters/notesMaster1.xml" Id="R59d40712699144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0366559c4a49a8" /><Relationship Type="http://schemas.openxmlformats.org/officeDocument/2006/relationships/notesMaster" Target="/ppt/notesMasters/notesMaster1.xml" Id="R3c438f4ffed442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022eb72dea4d4f" /><Relationship Type="http://schemas.openxmlformats.org/officeDocument/2006/relationships/notesMaster" Target="/ppt/notesMasters/notesMaster1.xml" Id="R4a8e1af29dd949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1cd29824684f45" /><Relationship Type="http://schemas.openxmlformats.org/officeDocument/2006/relationships/notesMaster" Target="/ppt/notesMasters/notesMaster1.xml" Id="Rf0990153ec5d4f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913a4eefb04da4" /><Relationship Type="http://schemas.openxmlformats.org/officeDocument/2006/relationships/notesMaster" Target="/ppt/notesMasters/notesMaster1.xml" Id="R357b674c2fa641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201d5415504842" /><Relationship Type="http://schemas.openxmlformats.org/officeDocument/2006/relationships/notesMaster" Target="/ppt/notesMasters/notesMaster1.xml" Id="R523718f1611640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3363aa5e0104735" /><Relationship Type="http://schemas.openxmlformats.org/officeDocument/2006/relationships/notesMaster" Target="/ppt/notesMasters/notesMaster1.xml" Id="Rbd5737050c444b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9d921e7bea4500" /><Relationship Type="http://schemas.openxmlformats.org/officeDocument/2006/relationships/notesMaster" Target="/ppt/notesMasters/notesMaster1.xml" Id="Rb2d7d350a46a4c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027f0b630c4d5f" /><Relationship Type="http://schemas.openxmlformats.org/officeDocument/2006/relationships/notesMaster" Target="/ppt/notesMasters/notesMaster1.xml" Id="R0400f536a8174e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9ef86c9e1346de" /><Relationship Type="http://schemas.openxmlformats.org/officeDocument/2006/relationships/notesMaster" Target="/ppt/notesMasters/notesMaster1.xml" Id="R222e98b0737042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db0639ec454cc8" /><Relationship Type="http://schemas.openxmlformats.org/officeDocument/2006/relationships/notesMaster" Target="/ppt/notesMasters/notesMaster1.xml" Id="Rb1acd0837a3d4e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504dad625a4d0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c201a4f28ac4a23" /><Relationship Type="http://schemas.openxmlformats.org/officeDocument/2006/relationships/slideLayout" Target="/ppt/slideLayouts/slideLayout2.xml" Id="Ra9f7cc20123c44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f7cc20123c44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1234e0c0694050" /><Relationship Type="http://schemas.openxmlformats.org/officeDocument/2006/relationships/notesSlide" Target="/ppt/notesSlides/notesSlide1.xml" Id="R9b0d37acf58c4b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4c5fd6e50c40e7" /><Relationship Type="http://schemas.openxmlformats.org/officeDocument/2006/relationships/notesSlide" Target="/ppt/notesSlides/notesSlide2.xml" Id="Ra898e8e1000149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0cef25b6f4285" /><Relationship Type="http://schemas.openxmlformats.org/officeDocument/2006/relationships/notesSlide" Target="/ppt/notesSlides/notesSlide3.xml" Id="R1161293b976c41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ccc0da98c7497c" /><Relationship Type="http://schemas.openxmlformats.org/officeDocument/2006/relationships/notesSlide" Target="/ppt/notesSlides/notesSlide4.xml" Id="R72782b626a984a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d20033d89b430d" /><Relationship Type="http://schemas.openxmlformats.org/officeDocument/2006/relationships/notesSlide" Target="/ppt/notesSlides/notesSlide5.xml" Id="R252dfb5f1b374f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36a2feb3e426a" /><Relationship Type="http://schemas.openxmlformats.org/officeDocument/2006/relationships/notesSlide" Target="/ppt/notesSlides/notesSlide6.xml" Id="R3eccb035ee2545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5df808657f4e43" /><Relationship Type="http://schemas.openxmlformats.org/officeDocument/2006/relationships/notesSlide" Target="/ppt/notesSlides/notesSlide7.xml" Id="R69986389ddea47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6a223d12ac4ada" /><Relationship Type="http://schemas.openxmlformats.org/officeDocument/2006/relationships/notesSlide" Target="/ppt/notesSlides/notesSlide8.xml" Id="R5bb6117c50ad42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a1731267eb4b7e" /><Relationship Type="http://schemas.openxmlformats.org/officeDocument/2006/relationships/notesSlide" Target="/ppt/notesSlides/notesSlide9.xml" Id="Rfd6541daddb643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4b770e59244cd2" /><Relationship Type="http://schemas.openxmlformats.org/officeDocument/2006/relationships/notesSlide" Target="/ppt/notesSlides/notesSlide10.xml" Id="R568b5640d97e4b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13d7f2953d4e2c" /><Relationship Type="http://schemas.openxmlformats.org/officeDocument/2006/relationships/notesSlide" Target="/ppt/notesSlides/notesSlide11.xml" Id="Rad49b4d2ee4e4e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c01218b8ac4e99" /><Relationship Type="http://schemas.openxmlformats.org/officeDocument/2006/relationships/notesSlide" Target="/ppt/notesSlides/notesSlide12.xml" Id="R444f0ee195dc40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62b95b2c0848bb" /><Relationship Type="http://schemas.openxmlformats.org/officeDocument/2006/relationships/notesSlide" Target="/ppt/notesSlides/notesSlide13.xml" Id="R719c378a9bd140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b9d98dfac94b8a" /><Relationship Type="http://schemas.openxmlformats.org/officeDocument/2006/relationships/notesSlide" Target="/ppt/notesSlides/notesSlide14.xml" Id="R063bdee07cf24c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823443c7047be" /><Relationship Type="http://schemas.openxmlformats.org/officeDocument/2006/relationships/notesSlide" Target="/ppt/notesSlides/notesSlide15.xml" Id="R76ac501d9c154a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9C900F-0AD0-4B10-BC44-C0DD21A4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B39F0-2924-4ADC-8966-BBF0D272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AEFF5-BDD9-4310-872C-A5C0F669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750B0967-D13B-4816-8B3B-FB59AFEF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A013328E-C7E8-4F6A-B887-7F94A256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INSTRUCTOR PROJECTION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D4050-E403-4756-8B7A-CC52D70B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23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Buyer Reality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67E87-DA83-4234-9F51-DBA3C4EB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Demand Generation / Live workshop projection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89FF3-C37C-4F8C-BB60-7A84FF84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DCE8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92A6A-AB34-4499-A754-C7B7C58E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20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3CDB9-1FC3-475B-894B-38661235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F0DF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EF198-C57E-4EB0-A2B2-0F82BF7F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8137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Instructor-led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240C8-EB8F-46E4-B8A7-1541ED30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E4E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B4DA8-B774-46B3-A858-9EF5B24D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813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Artifact-first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DEB2F-3168-494D-8794-4E8DB3BD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333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6CE056-8767-43FD-8E4B-5B8C00E0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76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669F1-1364-4713-8002-769B5FB3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0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E3153-746D-47EF-A785-D2DD4491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2724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reality and committee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B1170-AAD3-4F63-B932-63DDA6D0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76F3E-E789-4833-9B90-63A39934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WORKSHOP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BA134-6F47-4107-9D52-5B530E7D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609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Teach the operating decision, run the diagnostic, then force a usable artifact. The slide is a teaching cue, not the handout.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7C7500-A9C6-4451-95D7-CCD78B0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554122-0E89-4436-AF97-8C19C14F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70E304-41D2-4988-9DE7-CC2A8E61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9e28222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189AF-EE28-4B93-B37C-5FF286E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A9635-38AB-48EE-B039-B3A48B32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5B9C5-FD21-4DC7-A190-714B784E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37AF01-7216-447E-98F6-4B34F1AC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20556242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B855AF-CB6F-4661-A58C-CA8EC5B3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D9489-5B3A-49A9-B9EA-99B9D621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C51B6-E127-4CEB-97E8-73727CA3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A596C023-319A-4ADF-A5DD-F7263BD1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AD9A94B2-8C10-4E05-8C48-3148AA45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LESSON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7ACE4-D34D-43C7-BEBA-D7A0A17D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promise is an operating capability, not a concept label.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2F3BE-B65B-4000-95D6-B81D0337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set the standard for the artifact learners must produce.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89C3D-495C-48BA-BEC0-23CB3289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840F4-6B14-46BA-B070-37216623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346F6F-1AE9-441F-B7D3-2F5DA798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D35D3-BE67-45BE-98E0-47DD2DD1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740C3-5ED4-418D-8D8F-4DFCE1FF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1375E-3E07-4480-8C03-E1322A4F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61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Map the real industrial buying committee, identify what each role needs to believe, and define the proof assets needed to move the account.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400709-8395-492E-83E1-A89B2C22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0FBA7-738E-4090-9745-F3C52D39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 committee map with concerns, blockers, proof needs, enablement assets, and owners.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15FDE-ECBB-41C5-B104-09FC3514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4248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67E23-85A1-4FAD-B01A-49ED2B23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C5A6A7-5DCE-4CC0-8A69-8944C501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4F951-A09A-4C88-9A14-48730475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B3E2A-7496-471A-A943-C0975825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for evidence before opinion.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F6641-C88F-47CD-BF15-7B93EC1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B6497-4D9E-47BD-8EA0-041FA3C4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workbook for capture.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6DE4BD-F00C-4E46-B6ED-6C870C7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794BA-BAD0-4125-A477-C57E362C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first drafts subordinate to human correction.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61AD86-8F09-4E55-9785-A3936B8C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52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692BDF-A8DC-441A-81BA-93F2C913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 accept generic SaaS or lead-gen answers.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FEC0-25E7-4D0D-B6E9-5FD53422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5DDE0D-75E2-4B94-BECE-B39C7A89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A7DD0B-3B82-438A-82CC-D76EC7AD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C0E3A-F7B6-4EFD-8B0A-379F1BEC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</p:spTree>
    <p:extLst>
      <p:ext uri="{BB962C8B-B14F-4D97-AF65-F5344CB8AC3E}">
        <p14:creationId xmlns:p14="http://schemas.microsoft.com/office/powerpoint/2010/main" val="14526087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2B143-AF0A-4B80-9EEC-E25AB3B0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6651C-7DA7-47C9-A284-BBAEB022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E34C4-EBAD-44D6-8560-9A05E1DC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F506AD49-4B86-458A-824C-27DABE5F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B068E0BE-A427-4786-8DFD-5991F6F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8E613-35CA-40EF-BCFF-19BD598D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GTM punishes shallow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DDA70-35C3-485E-80ED-405DED3F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instructor should tie every point back to long-cycle risk, committee proof, and trusted circulation.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9CA62-401F-457F-B900-2226D65C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1A474E-78BA-4B5E-8C34-AF1F0CB9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8B8ED-3B19-4DE7-8B7E-B0D3A32B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6DE85-42FC-4348-943E-34E024E7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82792-7F8F-4C41-B06E-D7C538D0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143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697825-64F8-44D8-9C43-C2E5C0E1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C3D03-4853-4142-87D0-5373D3B1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ADC2A-81CA-4C9D-9673-8E0F1A9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47282-47C5-4DD5-B3C9-92AD56F1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Industrial buyers rarely buy alone.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0262D-55F7-4DDB-9059-7E55D25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FE5BED-140C-4A61-9D1A-4DF643AF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visible contact may like the solution while quality, finance, procurement, maintenance, or leadership...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C3479-473E-4C4E-9B47-549502EC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BB6204-60A4-4868-81EC-D0B0F6E7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Most deal stalls are missing internal proof, not missing follow-up.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59D5C-4227-468C-A297-F6C7DD78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04FB92-3365-4322-BFA7-65BA688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Buyer enablement matters because the champion sells internally when the supplier is absent.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BAD428-CFC0-423B-9EDB-FD31E65E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5334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32B8F8-B1AB-41F4-8323-DD87CB50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B80E4B-0097-4004-A630-1B189AF0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CORRECTION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00515D-F770-4F28-812E-EFD7BABF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26463F-B0D8-4F3A-8BE1-4D5778C3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36928C-5AD7-4C4C-B7AA-5D6A0315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activity to account movement.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7B45F6-BEE8-44CB-B46D-3DF364B2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34C2BB-28EF-4EBC-B0E4-AC6EF600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F462B8-7EEC-4274-93BA-8B0A8BB9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527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one persona to committee risk.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2D627F-46A8-4696-921A-A625F358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FF1792-BE97-4004-8420-7A0545DF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D1F06F-FAFB-4E32-B66B-986D565A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content volume to buyer uncertainty.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BC7757-0AD4-456B-96C2-51098973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2F6DF5-7720-49F5-A1FF-97004807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FFC367-D485-48E8-A55C-657D4B11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engagement scoring to signal interpretation.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93DCEA-3D82-4FA5-9B1A-14B51BBA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EDD859-9329-4374-A9F8-FC250F88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053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0802AA-6BBD-4D45-AC73-783F2E22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reporting to weekly operating decisions.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37003F-4A67-43B8-B3DB-86B1970C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B1F0B9-8259-4013-9143-0694C9BD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9F1533-3DAA-42F4-8411-52A7EA1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E241DD-75C3-4B46-8831-BDD15698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</p:spTree>
    <p:extLst>
      <p:ext uri="{BB962C8B-B14F-4D97-AF65-F5344CB8AC3E}">
        <p14:creationId xmlns:p14="http://schemas.microsoft.com/office/powerpoint/2010/main" val="800845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5AC54-7D47-4BE4-BEF5-58C7884E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9D4C6-DD16-4875-AA88-8D834891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66930-F233-4C56-883A-FBEAF082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F75DA48-1471-4122-9BAC-AED74173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206AB955-0898-4EC2-A8B3-240402DD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CORE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EDFFE-C2C1-4F7E-8660-27A88395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enablement asks what the account must believe.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69048-905B-420E-88C4-9ADB8C94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6A5A6-0A8F-4A0B-B025-118CC4D7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69DCA-34CA-4040-9E34-5CC7FB74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B1B7C-34A1-4630-A9E8-271E3584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E2CDE-D00F-46A7-916D-962A7AFE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78376-D6E3-4FE6-B8B4-DDFDF0DA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27B55-3902-4950-A770-9DFA6A7C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934F0-6DCC-4509-946C-B6C15EE1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9FF4F-F11E-45DB-B74A-CAA9AC28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NATIVE OPERATING DIAGRAM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4B9D7-6A9F-4DFF-A6C0-9CB1AE11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F28C84-27D9-4221-9576-0E855AD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7F5D18-C744-4E94-944D-0E8151D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0F263-7207-4286-B0CA-1FE2C340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Visible champion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C09A1-39AF-48F3-9286-C5A08AC2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154D7E-16DB-4307-9E5E-D3D8AEB2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CD534-7AE8-4E49-9526-43A0A458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8B156-27D7-4624-904A-9C535709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F1B5A-8A59-41FF-91E1-BDA0E2B6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Decision maker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86830-6DFA-4819-A46C-86F0E2DE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C353DE-7F55-4FBA-831A-5B65418B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306C1E-8BCA-486E-AB2F-6E93A53B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6918F-776D-4485-9320-35F28B50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94AC7C-AC20-46FC-8B0B-D8AF572C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Technical evaluator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460385-7047-42AF-BFF6-B0912C19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039C56-CA32-4AD2-8ABC-715D40C1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6822E5-2887-453C-9D2F-E7676CA7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D95EF4-3422-4C83-969E-691BC0F5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23B646-2E2E-4949-B35D-B68A218F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Production or 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2EDDED-376D-46EE-BB47-0343E185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8024DE-497A-42D4-B052-68E36E99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FFB10D-9F0D-40E5-A7FE-1758504D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431091-A566-480E-8D2C-16FCDFB8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Quality, validation, or compliance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78F79B-E439-428C-AEF8-11408365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1229CF-BD9A-4D5F-BF7F-45DB7CA4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3F022D-6728-4CEE-952F-4DA24516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FCD0A1-91E7-4AA8-92A1-FF5B19CC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D94F4E-F039-4ED6-9028-28665FAA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Maintenance and service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35EC9C-DF47-4C23-B737-2C7A49CD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FDBC07-A9C9-4E83-B6CC-5AFFAE60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CFE8E8-E4B8-40F7-8D7B-9B379214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9D8501-23EF-4BF5-B366-1C89BF3A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471E17-451D-49D3-A0EB-193E289F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Procurement, finance, leadership, consultants,...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E1998C-22FA-492B-80A1-9B557CA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43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BD4921-25AE-40A7-B36E-4E67DFC2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Flowchart companion: assets/flowcharts/03-industrial-buyer-committee-map.svg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3CEC4C-471C-4587-AE1F-1DB1DA90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35EF9D-70BB-4796-8F36-29629F9E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75D245-F05A-4BAF-9A0E-7760BB14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E0EFDB-668B-416A-9078-3751F5F1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6FDE23-F4FE-4EC7-920E-F0C07081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89DAFE-402A-43DB-AA74-8FAEBA5E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519B63-BD70-43B2-9197-692128AC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65ABE3A-300F-4B6C-AE63-8E703D24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FB1E474D-E1CA-4053-876F-F6D3BFAD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CORE FRAMEWORK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25D3875-529F-4A89-94A3-1805E733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Buyer enablement asks what the account must believe.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E876FD-706D-4694-8556-9D96DC7D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EA25F2-EE87-4595-B66B-7E7AA998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B0E44F-C432-4618-9DDF-475C0F74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5D4C0E-493C-4A72-8734-E0D35BED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93D0F3-48BE-4E45-A390-D768FB0A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9F8268-C4DF-4384-ABFC-B771C46E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7A3231-EBCE-4802-98FD-60705D1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1E5CAF-8566-4F43-AAFA-157ABCF3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</p:spTree>
    <p:extLst>
      <p:ext uri="{BB962C8B-B14F-4D97-AF65-F5344CB8AC3E}">
        <p14:creationId xmlns:p14="http://schemas.microsoft.com/office/powerpoint/2010/main" val="5589808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BCC44B-522C-41A0-83DF-746AB46D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B307E-64FE-41AB-A3F6-37F40B1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19846-10E8-47C4-9210-21140229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945A6616-0746-4FB9-A413-FF02381A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4D6C491B-CF26-4CDB-89F7-5C61C4C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7BC85-D9E4-4639-8810-52C1567B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Sales enablement and buyer enablement are different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EDEF5-1D81-4414-9783-261BDAA7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Keep this slide conversational: make learners say what would change in their current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0DC6D-FCEC-43E6-B46D-EBC83565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FD0D9-6677-4CDA-958E-D7A4A6A7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95086-A2B6-4600-8276-01C88291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CCA2F-36FB-41E9-92BA-1EF272E9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44803-7791-41F9-9055-27BD2F74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84CC6-012E-4DBA-937F-0FF3BC66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50384-7031-46DF-9EB3-308EDABE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rPr>
              <a:t>Seller focus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67D14B-A528-4E1F-AE35-E6D70388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should sales say in the meeting?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85B07-375E-4395-929B-2424779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C3673-FB0C-442E-9D98-05438A94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0A12A-EB17-4E19-AD82-4C1A0319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rPr>
              <a:t>Buyer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8040E-20B3-421A-91BA-F4E5C86F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must the champion repeat internally?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0D1EBA-4256-4984-9B9F-26FABDDC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B2EFB-3887-438A-ACEC-3B42225B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6199A1-05E2-4AA3-BA81-F9A1819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rPr>
              <a:t>Seller asset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9F892-34EC-489E-93F7-46EEB5DB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 better pitch deck.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E8EBD-AD40-4194-8860-89CB4E5A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03F0BB-6B5A-4EA4-9F22-11B04C29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85CC8-1F6E-4C5C-BB19-1C77FF8B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Buyer asset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3CC821-B247-4FE4-B47E-7FECB206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Role-specific proof, risk reduction, and internal case logic.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C2D75-1D3D-41C4-94EF-7227B0B5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9395D-B495-4171-91FE-A0F218CB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315A9-2676-4D84-9175-B1B27F75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Ask: which box is weakest in your current category?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2603E4-73D3-4E35-B4C6-E243F1E1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C287B6-49A7-4ADC-98DD-8C28DBF5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A7F561-A154-46BD-A3B5-B1628DD6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D4DA4-8119-4A07-8E01-6F0ECCD3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</p:spTree>
    <p:extLst>
      <p:ext uri="{BB962C8B-B14F-4D97-AF65-F5344CB8AC3E}">
        <p14:creationId xmlns:p14="http://schemas.microsoft.com/office/powerpoint/2010/main" val="5743296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50CC2-C14A-4200-8E2E-31CCD266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267BE-2494-4786-A645-EBC574BD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8ABB1-6769-4A00-ABDE-6112C1E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9DFA9834-9F68-4AB7-B565-84FA4381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205D38A4-ABAA-42D5-B18F-2EC89326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COMPOSITE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EF0D4-DA72-4B22-922C-941E049D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regulated packaging machinery supplier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FEE9A-073F-4877-9D97-ACB06C19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C3BEA-5B05-459B-9ACF-25411DB1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F091E-23C1-45DC-A9D5-CD44400B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B2F9F-E756-48D7-A535-074EF86D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3A4AD-9FFF-4CCC-805D-5D3CB976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53430-C039-42BA-BF88-AF72BE65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C7BFF-782E-4168-8E33-9C37109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19B55-7F07-4622-85F4-F7A5C34F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E09A6-C5C1-4C41-8099-18B6DB42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PATTERN AND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073E5-8AA4-4FC7-97BC-513B2547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D70EC-695B-401E-B47D-6E0536BF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 production head at a pharma packaging plant wants line efficiency and faster changeover.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A2A1A-75E2-4E8D-8ACF-FE69716A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72709-2878-4176-A832-4970A3C6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Sales sends a proposal and follows up. The deal stalls.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CA6678-B778-4AEF-A2DA-049321D1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EEC4F-81AE-4250-8C5B-8A7121A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Hidden concerns remain across quality, engineering, finance, procurement, and leadership.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F4DB91-8C48-4D0B-B01A-CEF9CC40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45AE2-E75D-4948-B5F3-8859DC66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repair is validation proof, implementation roadmap, lifecycle cost logic, vendor comparison, and cost-of-delay case.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B78A5-5522-470B-BEDF-826352CF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84762-560D-40C5-BC73-FB99DE06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C91016-C666-4B11-975A-31D6D588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5451EA-3E7A-431F-AAB6-879BE3FA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2C3CA-2233-4605-B541-AB3B5664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3C4464-B650-4750-BEF0-55A7E785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E80C1-FBF7-4951-8D23-6624D187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8AF2112-32DB-4CD0-90E2-5AB0F681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0228CB06-A9C5-428D-B3E9-ECDA6E39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COMPOSITE EXAMPLE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0648E0-B579-44AA-9FD8-8C601C02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regulated packaging machinery supplier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EAF87-73F2-4DBA-A0F3-75BE1B72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6BF90B-8D77-4414-9757-4C6D209F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B0DEB8-C8AD-4148-9E95-8986F1EA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A2F39D-D086-4C84-87D3-C6916C75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00B4A8-48C4-4AD7-B60F-AFA84AEA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B45C5C-24E3-4931-85D2-531DD2A6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B7F687-2F3F-4197-9850-8DA26AE3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46CDB6-661B-437F-92FF-300FE1ED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</p:spTree>
    <p:extLst>
      <p:ext uri="{BB962C8B-B14F-4D97-AF65-F5344CB8AC3E}">
        <p14:creationId xmlns:p14="http://schemas.microsoft.com/office/powerpoint/2010/main" val="3061552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084F8-0C04-4E4D-B3A6-0E49434E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0E674-314E-4B89-99DA-9E4B9F3F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4DFA5-9898-46A2-B02B-4DEADD17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6751CC6E-508D-4270-9638-503DF11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7CB8E6E6-F357-4907-A930-2925456B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DIAGNOSTIC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0C22A-9BE3-4D99-955D-00164C6E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Run the room on one hard operating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03696-DB38-48AA-B18E-568BD671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is the short live diagnostic before the exercise.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F09D7-DEB9-4EBF-B87B-36B64E3F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CD08A-537C-4141-99D7-E7BAC61E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30F57-2205-4EFD-817E-09D3DD9C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21BCB-A56C-4324-860B-2A94C2F5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ACD69-F9F5-463D-901C-256E0DBA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0915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B284B-E140-4F5B-A4E5-6392CB81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05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Who must believe what before this account can move?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4CE46-21AC-47AB-86E0-40E232BA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5CB37-EDB0-46F2-B779-3448EEA3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QUESTION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56E56-B8B1-4EA7-AA56-DD674226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E3B4C-04AC-49F6-BFC1-41FFF19C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Who is the visible champion?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3632E-6251-4D4B-BBB8-F7BD0BDD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CA7F6-7FC8-4BD5-93B2-6A01066E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roles can block the decision?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D2D75-5AC4-4EBC-96AE-AEC4F99C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726CC-3CCA-4B6F-BA1A-1C932278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roles are invisible today?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9F5C1-B139-418A-A3FB-C0F0D904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51C84E-5840-4680-A8F8-D55BA19C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does each role fear?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4A2F3-1071-41B9-BBC2-9ECDA5B3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1BAB0-CF00-4C9B-B179-9C2BA766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proof can the champion circulate internally?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3A12D5-0AC6-4064-9210-DFF317C8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9DFA94-56E5-4A08-85A7-C163E699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committee coverage should RevOps inspect?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70150D-E014-45F4-8DF7-C822F728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FBBE8-2126-4912-A062-B02DF0FC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7F996-6326-4EF6-93A3-39700AE0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67BC3B-4CB0-4DE9-B924-A05192A2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</p:spTree>
    <p:extLst>
      <p:ext uri="{BB962C8B-B14F-4D97-AF65-F5344CB8AC3E}">
        <p14:creationId xmlns:p14="http://schemas.microsoft.com/office/powerpoint/2010/main" val="10531218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1F1BE9-F826-476B-BCA5-9409E0D7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61D65-E09B-4846-AAD7-2A8CAED6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44F66-051F-4159-904F-93B4FBE5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C7B5129B-9069-4CB5-AF1D-07906124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73D0BE65-B525-4022-A710-F247D9BF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EXERCISE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28AC8-7BA6-436F-8464-60F9CA1A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Buying committee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2F96C-61D4-4D2B-8438-306D1677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exercise produces a working artifact, not class discussion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1593B-EE40-4E63-9956-EE0C799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A6127F-E7C3-45B3-B84E-42762569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DBD63-3DC4-4E3C-9D0C-EB4FF67B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53F3C-0FBD-4024-ADEF-6DFF5F33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6C44E-CBA1-46AA-824E-7F736555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16165-041D-4211-82DF-45926599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158FD-F032-41D1-A1EE-E37F3AD4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TIMEBOX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0C29F-0DE0-41CA-A5B5-3E394416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6 min map, 4 min proof-gap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279E2-52A7-40CD-B13D-1C8EA98D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DCC24-BD16-4F1D-8CFC-8FA55B1F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A6257-2D68-465F-B062-31849DAE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Buyer reality and committee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6054F-870A-4426-8348-9C25F2F5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7334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0DA7C-4E54-4DDF-A914-0486EDEC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8FBFD3-9D16-40C7-8234-5BB80866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LEARNER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D21EF-9600-4703-8EAE-FEDB784F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F20F31-32CA-4CE6-A96C-34681E16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D8D6ED-1BD8-4674-A75B-855FF55A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717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List at least five roles for the selected category.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C24153-166A-4948-AA29-9D7011AC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C4D0A-49DC-4CA7-B1FE-F026F912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C464E-8576-44A4-B478-D87896FE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194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For each role, write current belief, required belief, proof needed, asset, and owner.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498E1B-0ED3-49F6-99FA-098DA6EE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BC80C2-EE61-4586-B115-75C83383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4C2069-C8A9-4BE5-82EC-F6584E2C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671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Mark which roles are mapped, engaged, enabled, missing, or blockers.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6673FA-999F-47FF-BD0A-D4B525FC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174846-F498-496F-B111-B7044D4F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A1F6DA-B444-4DDE-AF19-3BDA6307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1347E5-8EC3-4981-B0FB-B732BB28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</p:spTree>
    <p:extLst>
      <p:ext uri="{BB962C8B-B14F-4D97-AF65-F5344CB8AC3E}">
        <p14:creationId xmlns:p14="http://schemas.microsoft.com/office/powerpoint/2010/main" val="11538039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ACDDE-3060-453D-AA12-5989E57A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5DE39-9E89-4C3B-8653-4F6DEB6C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8B396-E1DF-4602-829D-35634D54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A689CE36-16B3-47B7-AB42-AADA4E82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21940D99-57AA-4B56-887C-A3BA2C29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GROUP CRITIQUE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27F6F-4C89-4D00-8FC0-4A3D88D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FA41C-6AE4-4638-A247-2AC9A3F8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B6D6F-9476-408F-9AE4-9FFC6BBA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672A9-9D1B-4768-9391-A026BE6C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0384F-6B64-41DF-BA2A-C44332F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F6236-5541-47B9-9A1B-FB1389B4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4F322C-89E7-4512-9DF4-94E680FD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FF233E-4965-43E3-89FA-54ACC667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F1902-496B-4771-9710-527FBBF6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A9BD5-F1F9-40BF-9B82-30094EFA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TEST THE 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FE4AE-2ECE-4618-984C-C165E6B0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7E276-AE10-4FD3-8A1E-607C2337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4FD12-5657-4081-A978-BA323B6D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Does the map separate roles instead of compressing them into one persona?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2BBB8-533F-4F5E-8F30-22AD3B95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7F9EA-4770-49E9-B76F-9C214281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3F044-92CC-465A-BFD9-CC07C4D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Does it include blockers, not only supporters?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5BA31-6254-423D-9261-A6B39F73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B5618-90E2-4262-BAD4-BEFE99EA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CCCCDE-DFE0-45E8-ABD7-47E5E256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Does each critical role have a circulatable proof asset?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EB3D4-954B-4C75-AADA-28BACC83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4ABBC-5714-457A-BA9B-944E7064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FORCE THE REPAIR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C3D6AC-85DC-4258-99F7-8A968937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B587F-9B48-4A8F-B681-36CA854A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A3C909-DEE8-4F78-A4BC-74466014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Does it include procurement and finance before late-stage negotiation?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659EE6-2921-4E64-A264-B53D21CD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AF0BF3-D83B-44C5-ABF7-DCC7145F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ADCC38-B1DF-49BF-9EC8-98A2C0FB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Does it account for consultants, distributors, or project advisors where relevant?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A127CD-EF2D-4FF9-832D-5A899BA0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7A6F1A-1EEE-404E-AECE-CBD8DA203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C3D15F-BC70-44AE-9F92-C2AB2C7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724199-5FF5-4896-B616-BB79BFE2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D1F025-0E42-48A6-A211-82DC7665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1888BA-F506-4133-9B3C-6994F699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BA76C2-548A-415F-BA83-C6B41150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326F298E-64C0-4B0E-9F51-B04CD56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255EDB04-FCF5-46DB-AA47-A91AB620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GROUP CRITIQUE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D6C9DA-F2F9-46CC-9F8A-DD6CB4EB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30B5F43-F3DA-438E-AA88-5BFAB3EA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33AB5E-2EA5-4B02-83F7-0EF51BAB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4BD8C1-7479-4C25-AA47-09F9E805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5DDA91-FCAF-4227-8FD9-47F03416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FA3BD4-EA81-4616-B085-0386BC7A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88538B-FE82-428D-9EFB-441A3189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3D54F5-6020-42F4-990B-0544A1F6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D82B68-46A9-4B65-9F4B-7CC23F1C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</p:spTree>
    <p:extLst>
      <p:ext uri="{BB962C8B-B14F-4D97-AF65-F5344CB8AC3E}">
        <p14:creationId xmlns:p14="http://schemas.microsoft.com/office/powerpoint/2010/main" val="9584718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D93E2-7EF2-437D-9ADE-17C9B2AB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AF020-6D33-49C9-87FA-CDB551D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AA8CF-EBDF-43C5-BFF5-2B3F6E28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7D82AFB0-D70F-442D-A67A-F6C0A76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FDDC6EDE-2E1F-41F6-8F80-5CACCAF2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STRUCTURED DRAFTING DRILL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B7EA1-7CF2-4B65-8647-E732641F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Structure the first draft before the room critiques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686D2-1A55-4B24-91BE-15752F95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brief is constrained by source evidence, assumptions, output standard, and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8EBA2-024B-44BB-9E5F-DB0F7DEF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38156-5108-489B-AC66-AB1DCDED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53D13-F350-4074-8AB7-94818061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31A84-6711-46FB-A36A-6DCB711D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08F7D-7B4F-4EF9-9702-5F00A0B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9525">
            <a:solidFill>
              <a:srgbClr val="F5F6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06ADA7-A814-44EB-BA47-7CEE5858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5619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A30C3-B4F0-423E-82FB-D61D3566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EC590-9440-4879-B206-34A91454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DRAFTING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B7FBC-CD20-447F-8EC9-1A4F6D70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46101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For the selected industrial category, map buying committee roles, role concerns, proof needs, likely blocker hypotheses, buyer-circulatable enablement assets, and unknowns that require sales or SME validation. Do not invent a named-company case.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66505-784A-44C1-AC17-D05B85BB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38350"/>
            <a:ext cx="49339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1CA1D-2B89-48F7-B222-D994EB1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D9272-0B19-47A2-ABE8-5B85AD97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REQUIRED OUTPUT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73A1A5-3AE4-414F-809C-07007EDA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47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B532B-AC5B-4BDD-9D69-DA3A865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8130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Includes operational, technical, commercial, quality, finance, procurement, leadership, and ecosystem roles...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5FF54-E5D1-44E5-9733-39DFBC79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D90F7-F6D6-491A-B32A-92C0F821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States real decision risk, not generic persona pain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47D9F-5155-4987-BA19-3179E058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F6768-48CB-44BF-90B6-6824FEA4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3380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Names specific proof or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76815-EC88-4E74-8249-48FA8CB0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76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C44881-4FBA-4127-B2E6-5483D59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10050"/>
            <a:ext cx="361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Separates fact, assumption, and 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CD2222-2466-4D00-80A0-6E645DEC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85620E-C35D-4949-9EBF-3D5749AB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BD5FE7-E6C3-416F-8060-8C5B3014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2264D-A370-49ED-AED6-E4B124AA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D3A6AF-EB9E-43E4-9622-B763CB5E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E6927E-5035-4AA9-9042-9A3422B7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54E549-0C38-48EE-9DED-CBD7F0F5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93E9C104-DB3C-4ED4-BC84-154767B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AC4CFCAC-93B9-4892-95DE-E8B91D5F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STRUCTURED DRAFTING DRILL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0053EB-CD7C-447C-91EA-FE179D00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Structure the first draft before the room critiques it.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9F8B80-CD98-4D8B-9709-D627F314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brief is constrained by source evidence, assumptions, output standard, and validation.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4C4C6E-72ED-4BAC-BC30-71D53D7C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B521C4-7168-4BDF-97F9-4FB3B88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B5EADA-E0DE-4AC5-8700-86000AC2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3C1FC6-53BB-48FA-8FE4-4556571E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D41949-CC22-4055-9D7E-D1D3779B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44F60D-8616-4EFA-816B-C07682B7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6C9199-FAA2-43F4-97CF-09B3D2C0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170939729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26DC1-8CC7-4D69-A148-45766850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5C462-987B-48C8-88C9-3A044766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E5507-E40A-41A1-BBBD-AF66A3D3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DE77CF7B-0688-4987-9037-A8AA6A2C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B7C77E01-779F-444D-95E3-F10ABA73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QUALITY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A6366-BDF4-4BA8-B7E2-C52AB19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Reject weak artifacts before they become operating practice.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876DA-C332-4D11-BE65-4D947065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8394D-508D-426C-AD91-85F43E65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D625C-7570-4EDE-9C56-EB56B691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2C4BA-57C6-478F-AF6D-D39897C6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AB46B-0CA6-4A7D-B8D8-F11A2B91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9EDB9-E406-4C80-8CD7-51D556D7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6BC36-421E-4D12-A8B0-1AB4CC37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76771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8C48D-8768-4451-B70F-F1513ABF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74023-A147-4B9E-B810-8B73C38E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REJECT OR REPAIR WHEN THE ARTIFACT...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B218D-5DC7-4D0C-87BD-8940E9CB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B028D-27BF-4D5A-901F-09A91078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neat personas that do not match the category.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F2A89-A0EB-46A2-8829-CEB2CE64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9DE76-FC9B-4B10-8750-9C7CF497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maps that ignore quality, maintenance, procurement, finance, or leadership.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826AC-0BB5-4C32-BA22-CA470781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17AEC9-6986-48FC-A67A-DCEA910C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generic concerns like cost without the underlying risk.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F6D69-E303-4D29-BB8E-1990A55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45066A-BEB6-47EA-9C41-92B8B419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sales decks when the buyer needs role-specific proof.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33A7A3-C964-458D-9A20-BAEDA570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F2E017-33CD-4235-B58E-A71BE6B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named-company examples presented as evidence.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5083D-06F1-4EED-8981-D506D83B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428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3BCD0B-3A2A-4DAD-AD72-6DC35BD7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1C7ED7-DA72-4774-AB72-2BEE3F52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QUALITY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A4A2CD-4132-4D47-95ED-8B97EB32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correction standard is not nicer wording. It is better industrial judgment: category specificity, proof, owner, field, SLA, cadence, and disqualification where needed.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1DBF7-A498-47B1-AB39-DDD9328A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229D5-7A47-4D1B-AED9-9539148E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36E84-279A-4CCF-8B4D-0DDA5909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what the artifact assumes.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3772C7-B494-4E92-A1D3-88C3F0AB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35A711-4C54-4D99-A3A9-BC3B87F5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1B221F-CE6E-4B90-A318-436DDB55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449A61-8665-4470-8E04-E953305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64E705-095C-4460-B3AC-07154501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E3554A-3774-433E-B5D6-F950D031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21F310-06EE-4A94-B551-877706E1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CF5C3348-D4A2-43F4-8C17-306B7DFA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C6FD550B-3C9F-4148-9CE4-AFB0277C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QUALITY CONTROL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0FE4C5-4B4D-4FD5-A2D7-2CA44F5E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Reject weak artifacts before they become operating practice.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27B497-AE07-4CB5-A939-8EC5F8F6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8D85F2-4C5C-46A3-A503-CE835A31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9B90BF-9FE3-4F88-B352-A536B772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BD0358-34DD-46B4-8F80-ED1C0610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497C7F-C203-457E-B54C-0C1451E8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D80A88-98BB-43FA-A93E-61CD5C27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121BAE-C08F-4E83-AAFB-AF1257DC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947EEE-1310-4A1A-BC96-7D0986AC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</p:spTree>
    <p:extLst>
      <p:ext uri="{BB962C8B-B14F-4D97-AF65-F5344CB8AC3E}">
        <p14:creationId xmlns:p14="http://schemas.microsoft.com/office/powerpoint/2010/main" val="12152481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FC370E-E998-48F5-9960-282DAB62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70E09-D21B-4350-AE8D-702EB7B5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C926E-0909-4FA3-B2E2-EB484D71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38D38475-3D6E-47DC-BCFA-D4311C96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01E4D741-9628-4074-9250-6AE287CE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REVOPS TRANSLATION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A8504-9649-4053-965F-E2BE8996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Committee coverage must be visible account by account.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8D6C3-0E80-454E-8B3C-661E0514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Every artifact must become inspectable in a field, board, owner model, or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FBA4A-21F2-404B-910C-66066942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F16EA-7107-4467-9029-B32C25C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261AE-AF5A-4AAA-B159-95CD3D13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9EF61-ACA8-4638-8226-8EB6F66D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1B699-589F-4A51-92D4-6E6202A9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973A5-A1B3-44D6-8676-A5E037DA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07F2A-BD0A-4612-815A-F327036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Known buying 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16491-07E3-433C-8F78-4E54A995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80A8D-DC22-4897-8C2F-593A343B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CABA15-D48C-48CA-B439-7ADAED42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Role coverage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025B2-A639-4B5E-9D0E-340EC86B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D4967-A10E-4694-AD22-A9BA3119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3898D9-0C93-447A-8F44-9D6A2F44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Proof asset shared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CF23C-5161-487C-BC38-ECF4A2DA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02A4B-6755-476F-AB51-3421CD79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BDB8B-A3BE-49BB-92B5-AC6FC840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Committee gap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40F1C-55B6-4875-98BE-2EAC88E1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4EE88B-8E41-49DA-A109-F8BCBA28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42DD2-AC34-4EAD-AFAF-F5E09C09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Champion strength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D4D45-1158-4763-8E76-EC367650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F5B13-FAFC-42DA-A11C-C9A341B7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4872C4-D28F-499E-9C1F-356A9030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Blocker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CA8FBA-3805-4AC1-8E75-141FDE5C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0BE918-167C-45ED-8F35-B118D1D1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D61A5C-5040-4D69-8733-3475073F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Next committee action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45C8B6-78B3-462F-BA73-83C1C677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EA890A-BC7B-4C6C-A3D5-47DC2497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C3E54D-7AB6-4BD7-A4E1-4948B04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If it cannot be tracked, it is not operational yet.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BFE97D-C23A-44BB-8630-1FFDFAB9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D11280-5EC7-4FFE-85D3-E72ED23B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D226C2-E3DF-4991-8473-51315435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120562-9A0E-4413-9011-BF5BED2F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</p:spTree>
    <p:extLst>
      <p:ext uri="{BB962C8B-B14F-4D97-AF65-F5344CB8AC3E}">
        <p14:creationId xmlns:p14="http://schemas.microsoft.com/office/powerpoint/2010/main" val="69651661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0CEAED-B8BA-465A-BF82-ED9CE29B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CC63C-7D25-46DD-8723-14C3D6D0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2759C-F6B5-434F-82C9-A90E8C42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39121FE-8821-4BA3-9F36-0BC6722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7463D4A0-14EB-431C-9EDC-750B5C6C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FAILURE MODES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1CD76-2119-4F14-A3E4-3F90AE7D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004A5-E20A-49B1-9DEA-24A6DDE9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AD982-8F8C-470C-9D3D-C75123A9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09219-9AA4-4919-8C8B-E6797A32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FB26E-8523-4650-9F23-4EA0C172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85F58-5BA8-41E6-BC11-F8ECA578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6DDCE-E4ED-44F0-93EA-964600EC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C60E9-BD9A-4281-9431-CA9CB25E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270D8-3E8F-44AA-A26B-2FBC6EC8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D60CF2-3D14-4EAF-9A8C-86C34F50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24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38E71-4EDB-4D64-9B87-EF96D43F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looks like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31705-1AD9-43FE-8DC8-694C359A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6234C-CBAD-46F4-836D-DA78CF79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098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0A646-C34D-48F2-9391-D6AA9198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One-person persona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BF674-7EA8-4D92-A063-5EFCD95C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All content targets the decision maker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B5DA0-48A2-45E1-98C0-528C5B15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Map real roles and proof needs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3B459-DFA3-4D32-B9E2-F9436A31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1942E-296C-44BB-BAB3-C14F27D8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50CF04-5C92-4CB3-AA23-30D63E64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Late procurement surprise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189598-A025-4EF8-8395-EC58839F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Procurement appears only at quote stage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8F2E9-EB7B-4754-A974-8E8D83FB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Create vendor comparison logic earlier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3A67F-D729-4035-93FF-FD732C3B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576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9FF84-C069-483A-A4BD-0B99029E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Technical proof gap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A75DD4-58B7-4552-B7C6-2CD3498A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29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Interest stalls after demo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D75BA-7284-4975-8BAD-30590968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Build application, validation, integration, or test proof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AB78C6-B341-4DD4-BDB1-1F3951B1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BCD1F1-E499-4EE6-AAB7-4609EEC9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38AB22-CD59-46DC-91D3-C5874A5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Champion unsupported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AF9A72-B946-4769-A7A4-F08D4424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Main contact cannot sell internally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09FD54-C716-4F9A-AE92-B9799BAC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Give internal case and objection handler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34D4EC-8E07-45E0-94E6-8C0CD119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AF6D70-8976-40E8-A7B0-0C1222A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6D3022-7D3B-4ACC-BAC4-1CED9A86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93B7BB-DBF2-4508-B664-458D0411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DD95D8-7D2E-439F-A6A9-0F80D642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A34AB3-7D16-48CF-9843-1DB57165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D949C1-2E16-4F41-87D4-930D3F6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66006AB-AF8E-4BD9-B529-0FC09645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3A4AEA4C-7324-43F7-B3DD-EAA4E6B9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FAILURE 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4361D8-20C4-4BD6-B0F9-890ABAAA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9FB2B9-B881-42B8-B360-3254B2EB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5C7C2F-048E-4062-A6D8-0589D8C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EE9188-4E75-4D74-8C74-DFFD1103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4D5D67-9F0F-4FFA-BAC5-0FD8550C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909030-9B6F-4674-AF7D-BE0DD53D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314158-3E99-42FC-A736-5372C3D0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F9D48C-D606-45BC-95DC-FC8A98D0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27750D-A9E7-4D7A-BA5B-A3E879E1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12450750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2F40B-37B7-42BF-A832-E8ED4F56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3926A-CD3A-44C4-B275-F54E6A20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4B542-4C8B-4342-94CA-46D17427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5DA60D13-C157-445A-BB46-C9E2C1F1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866DD951-E6D0-483D-A34A-1EAD4F83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FINAL 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F78C8-BF7A-44D5-A64D-585F495D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9690E-928A-4951-893F-BCD5983A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BD852-1049-4F7B-B5AE-6F1B0828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0F0E2-8A32-47F6-8211-467B33ED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851D5-30DD-49A8-8939-9E98BA23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9110D-087D-42AF-B5B3-DB211673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EDB87-E37F-41F9-BD0D-78D5C62D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E60808-099B-4CFF-91EE-5D054B2C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68199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D3DE0-0F3C-407E-87FA-C6DD7D07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194E6-EA01-4DF6-BD47-0670D0A5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ARTIFACT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76784-56A2-4ADD-9035-D4B2D8C3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E85E58-80F2-4D22-A856-0056CF9B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At least five committee roles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80B629-56DA-433F-BA0A-BB6AF1A7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20E6C-5E5B-4C74-8C9F-FD90A21D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Current and required belief for each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FC2C2-C91D-4D5E-8D3A-A5A331F5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6CCFE-B779-491E-9F45-0E01F2DE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One proof need per critical role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AD2BC2-E9BC-44FE-80E0-25766BD1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F998A-9635-448E-980F-7BB6E0D5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One enablement asset per blocker or missing role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B3FBC0-9E1B-4B33-9074-FCF5F39A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ADC03-D720-47B7-97C5-71857508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Owner for each asset or delivery action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60D76-482B-48D2-B678-4D62838A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3E50C5-21A7-4AFE-B6E0-2A22918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Committee coverage gaps for RevOps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B9F040-4F4D-4C5F-9778-F34BD12F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51435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C9B75F-C46E-4830-B136-36D65AEE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AF8856-344F-441B-B3C1-11BF0EE3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COMPLETION STANDARD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F6E75A-6D1A-407C-9742-609B20EF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artifact passes only if sales, marketing, RevOps, and leadership can inspect it and know what to do next.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47B67E-CAF6-43C9-ACBD-8688CC28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053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If it could be used unchanged by a generic SaaS company, it fails.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8F3F81-A592-4459-94B6-5B68C5ED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AE627C-A97B-4967-B4FF-EB195B21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5F4F8-3D07-49F4-9E87-07FBE2EF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85AB8F-A813-427C-8BB2-0E87AF53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EC0989-9D17-4132-B74B-B3B9E99C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3B4034-9925-4386-81BF-8C2408D6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CCE219-4E13-4DC8-97F4-DDA74C5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77BF9390-965E-4B20-B2F3-E18DA03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85CBC8B8-FFB8-40A8-B73A-3CF10F38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FINAL ARTIFACT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7DA8E1-3EB2-4D6D-BED7-77EAFCF6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0F5C9E-DB37-4543-8B63-56A5E3B6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00A529-39E6-4934-BEEE-AC5129F7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407E00-A01E-4885-A731-773E2DA8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CA2D54-D07A-4A62-A9EA-D42BAD38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8565BE-C6A4-4ADE-B348-1313C32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E26EB4-B5D3-47BA-B8DA-0E132939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49DBD3-8F2C-43B5-AA27-7E495D5A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C8C8461-F905-4D45-A3C1-5CB4FF60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175284559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2D114-B95C-40D1-8DAA-04CA212C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3338B-8178-418F-AF9C-96510FF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193EA-FD5A-4BE9-A1D0-2B2E885F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8566D62A-9FC2-48FC-87CA-C6EF6935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EC4C72B8-1C7C-47D4-B6DF-25EAC8D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02 / TRANSITION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2B234-C707-442E-8C0B-DBF15C69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Carry forward: Buyer reality and committee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9EA17-0E0F-4BBB-B083-AF8488BE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DDC95-2235-46A4-A9B1-5C277C21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A942AD-C6C0-413B-ABCD-2158EE41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4A2A8-2133-419B-8751-FB98F4D5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09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committee map exposes whose belief must change. The next lesson decides which accounts deserve that much operating effort.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B62AC-79A2-4A10-A263-1D68A82B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62131-8FE6-4A68-9CCA-4F9565C7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491F0-9B03-4327-9079-226D7ED7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00E0F-DFDD-49B4-A27A-8A8785BF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Lesson 03 - ICP, Segments, And Demand Focus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193B2-41ED-4621-B87F-309F6DE1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10915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C0F94-7435-4E4D-9047-9B7414DC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Recurring instructor check: sales impact / signal / RevOps field / buyer content / review risk / industrial failure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527A4-5C0E-4DCB-831E-B2C24EF8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898D74-7B0A-4F49-9903-63A97771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02 - Industrial Buyer Reality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87D06F-9994-44FF-9180-B89DE2B3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modules/module-01-industrial-demand-generation/lessons/02-industrial-buyer-reality.md @ 9e28222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A34DAD-4B97-4ADE-A494-AB7406D9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</p:spTree>
    <p:extLst>
      <p:ext uri="{BB962C8B-B14F-4D97-AF65-F5344CB8AC3E}">
        <p14:creationId xmlns:p14="http://schemas.microsoft.com/office/powerpoint/2010/main" val="1313728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2026-05-16T17:39:20.8780000Z</dcterms:created>
  <dcterms:modified xsi:type="dcterms:W3CDTF">2026-05-16T17:39:20.8780000Z</dcterms:modified>
</coreProperties>
</file>