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83558fd61a4884" /><Relationship Type="http://schemas.openxmlformats.org/officeDocument/2006/relationships/extended-properties" Target="/docProps/app.xml" Id="R873d6781f8f547d5" /><Relationship Type="http://schemas.openxmlformats.org/officeDocument/2006/relationships/officeDocument" Target="/ppt/presentation.xml" Id="R32ad10742d4b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48829ee6b4dca"/>
  </p:sldMasterIdLst>
  <p:notesMasterIdLst>
    <p:notesMasterId xmlns:r="http://schemas.openxmlformats.org/officeDocument/2006/relationships" r:id="R7f2305c22b7b4e2b"/>
  </p:notesMasterIdLst>
  <p:sldIdLst>
    <p:sldId xmlns:r="http://schemas.openxmlformats.org/officeDocument/2006/relationships" id="256" r:id="Rbe54e9e4cdb349c3"/>
    <p:sldId xmlns:r="http://schemas.openxmlformats.org/officeDocument/2006/relationships" id="257" r:id="R8eb7535eaa83466d"/>
    <p:sldId xmlns:r="http://schemas.openxmlformats.org/officeDocument/2006/relationships" id="258" r:id="Rb6503ff7ad37443b"/>
    <p:sldId xmlns:r="http://schemas.openxmlformats.org/officeDocument/2006/relationships" id="259" r:id="Rbb106fdf67f945b0"/>
    <p:sldId xmlns:r="http://schemas.openxmlformats.org/officeDocument/2006/relationships" id="260" r:id="R42b499a786a34ec2"/>
    <p:sldId xmlns:r="http://schemas.openxmlformats.org/officeDocument/2006/relationships" id="261" r:id="R83ded2c7d74c42af"/>
    <p:sldId xmlns:r="http://schemas.openxmlformats.org/officeDocument/2006/relationships" id="262" r:id="R6c6be09cdfa4435c"/>
    <p:sldId xmlns:r="http://schemas.openxmlformats.org/officeDocument/2006/relationships" id="263" r:id="Rfcc2731c92e446cd"/>
    <p:sldId xmlns:r="http://schemas.openxmlformats.org/officeDocument/2006/relationships" id="264" r:id="Re03c60c28f264a94"/>
    <p:sldId xmlns:r="http://schemas.openxmlformats.org/officeDocument/2006/relationships" id="265" r:id="R05d9658bfed94f7a"/>
    <p:sldId xmlns:r="http://schemas.openxmlformats.org/officeDocument/2006/relationships" id="266" r:id="R52067b39261a481d"/>
    <p:sldId xmlns:r="http://schemas.openxmlformats.org/officeDocument/2006/relationships" id="267" r:id="R5185ad3b76bf413b"/>
    <p:sldId xmlns:r="http://schemas.openxmlformats.org/officeDocument/2006/relationships" id="268" r:id="R137d4fc2f1ec4619"/>
    <p:sldId xmlns:r="http://schemas.openxmlformats.org/officeDocument/2006/relationships" id="269" r:id="Rf746f77389d44162"/>
    <p:sldId xmlns:r="http://schemas.openxmlformats.org/officeDocument/2006/relationships" id="270" r:id="R47e51299cc3c4f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48829ee6b4dca" /><Relationship Type="http://schemas.openxmlformats.org/officeDocument/2006/relationships/theme" Target="/ppt/theme/theme1.xml" Id="Rc4c69adbc37a4594" /><Relationship Type="http://schemas.openxmlformats.org/officeDocument/2006/relationships/notesMaster" Target="/ppt/notesMasters/notesMaster1.xml" Id="R7f2305c22b7b4e2b" /><Relationship Type="http://schemas.openxmlformats.org/officeDocument/2006/relationships/presProps" Target="/ppt/presProps.xml" Id="R20585e87d33e4ad4" /><Relationship Type="http://schemas.openxmlformats.org/officeDocument/2006/relationships/viewProps" Target="/ppt/viewProps.xml" Id="Rca58468615f241d3" /><Relationship Type="http://schemas.openxmlformats.org/officeDocument/2006/relationships/tableStyles" Target="/ppt/tableStyles.xml" Id="R2a0bb47e39d2448b" /><Relationship Type="http://schemas.openxmlformats.org/officeDocument/2006/relationships/slide" Target="/ppt/slides/slide1.xml" Id="Rbe54e9e4cdb349c3" /><Relationship Type="http://schemas.openxmlformats.org/officeDocument/2006/relationships/slide" Target="/ppt/slides/slide2.xml" Id="R8eb7535eaa83466d" /><Relationship Type="http://schemas.openxmlformats.org/officeDocument/2006/relationships/slide" Target="/ppt/slides/slide3.xml" Id="Rb6503ff7ad37443b" /><Relationship Type="http://schemas.openxmlformats.org/officeDocument/2006/relationships/slide" Target="/ppt/slides/slide4.xml" Id="Rbb106fdf67f945b0" /><Relationship Type="http://schemas.openxmlformats.org/officeDocument/2006/relationships/slide" Target="/ppt/slides/slide5.xml" Id="R42b499a786a34ec2" /><Relationship Type="http://schemas.openxmlformats.org/officeDocument/2006/relationships/slide" Target="/ppt/slides/slide6.xml" Id="R83ded2c7d74c42af" /><Relationship Type="http://schemas.openxmlformats.org/officeDocument/2006/relationships/slide" Target="/ppt/slides/slide7.xml" Id="R6c6be09cdfa4435c" /><Relationship Type="http://schemas.openxmlformats.org/officeDocument/2006/relationships/slide" Target="/ppt/slides/slide8.xml" Id="Rfcc2731c92e446cd" /><Relationship Type="http://schemas.openxmlformats.org/officeDocument/2006/relationships/slide" Target="/ppt/slides/slide9.xml" Id="Re03c60c28f264a94" /><Relationship Type="http://schemas.openxmlformats.org/officeDocument/2006/relationships/slide" Target="/ppt/slides/slide10.xml" Id="R05d9658bfed94f7a" /><Relationship Type="http://schemas.openxmlformats.org/officeDocument/2006/relationships/slide" Target="/ppt/slides/slide11.xml" Id="R52067b39261a481d" /><Relationship Type="http://schemas.openxmlformats.org/officeDocument/2006/relationships/slide" Target="/ppt/slides/slide12.xml" Id="R5185ad3b76bf413b" /><Relationship Type="http://schemas.openxmlformats.org/officeDocument/2006/relationships/slide" Target="/ppt/slides/slide13.xml" Id="R137d4fc2f1ec4619" /><Relationship Type="http://schemas.openxmlformats.org/officeDocument/2006/relationships/slide" Target="/ppt/slides/slide14.xml" Id="Rf746f77389d44162" /><Relationship Type="http://schemas.openxmlformats.org/officeDocument/2006/relationships/slide" Target="/ppt/slides/slide15.xml" Id="R47e51299cc3c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dc4216ca124f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a42fab98f4f18" /><Relationship Type="http://schemas.openxmlformats.org/officeDocument/2006/relationships/notesMaster" Target="/ppt/notesMasters/notesMaster1.xml" Id="Rdbc5c1ae5adc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942e9d57d2451c" /><Relationship Type="http://schemas.openxmlformats.org/officeDocument/2006/relationships/notesMaster" Target="/ppt/notesMasters/notesMaster1.xml" Id="R27ec9e41b0da46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fc092e5aa44ae" /><Relationship Type="http://schemas.openxmlformats.org/officeDocument/2006/relationships/notesMaster" Target="/ppt/notesMasters/notesMaster1.xml" Id="Rfdc067da727d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d4868e8d3d4b78" /><Relationship Type="http://schemas.openxmlformats.org/officeDocument/2006/relationships/notesMaster" Target="/ppt/notesMasters/notesMaster1.xml" Id="R42c5bee25e4e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d32550e21a429c" /><Relationship Type="http://schemas.openxmlformats.org/officeDocument/2006/relationships/notesMaster" Target="/ppt/notesMasters/notesMaster1.xml" Id="Rdb1387d84d7349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e3cad23ca4f01" /><Relationship Type="http://schemas.openxmlformats.org/officeDocument/2006/relationships/notesMaster" Target="/ppt/notesMasters/notesMaster1.xml" Id="R942d8354929e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3efb3b445a49a6" /><Relationship Type="http://schemas.openxmlformats.org/officeDocument/2006/relationships/notesMaster" Target="/ppt/notesMasters/notesMaster1.xml" Id="R7523b39fec8e47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ebc586b05469d" /><Relationship Type="http://schemas.openxmlformats.org/officeDocument/2006/relationships/notesMaster" Target="/ppt/notesMasters/notesMaster1.xml" Id="R7a138d7c1ef3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027a9893254b0c" /><Relationship Type="http://schemas.openxmlformats.org/officeDocument/2006/relationships/notesMaster" Target="/ppt/notesMasters/notesMaster1.xml" Id="Ra4e26d988bc548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06c5394c54d88" /><Relationship Type="http://schemas.openxmlformats.org/officeDocument/2006/relationships/notesMaster" Target="/ppt/notesMasters/notesMaster1.xml" Id="Rdd61e2deaa514b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2bee127ae5439c" /><Relationship Type="http://schemas.openxmlformats.org/officeDocument/2006/relationships/notesMaster" Target="/ppt/notesMasters/notesMaster1.xml" Id="R36765e6354a547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75c49222004d85" /><Relationship Type="http://schemas.openxmlformats.org/officeDocument/2006/relationships/notesMaster" Target="/ppt/notesMasters/notesMaster1.xml" Id="R398e890fec2445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4eabe09bd040ff" /><Relationship Type="http://schemas.openxmlformats.org/officeDocument/2006/relationships/notesMaster" Target="/ppt/notesMasters/notesMaster1.xml" Id="Ra9e4c24a394b42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6ab8784ade4c12" /><Relationship Type="http://schemas.openxmlformats.org/officeDocument/2006/relationships/notesMaster" Target="/ppt/notesMasters/notesMaster1.xml" Id="R21eb372772ef41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1d98270a7b4df1" /><Relationship Type="http://schemas.openxmlformats.org/officeDocument/2006/relationships/notesMaster" Target="/ppt/notesMasters/notesMaster1.xml" Id="R27646344b419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2c912b8a247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a3bac271b74f7f" /><Relationship Type="http://schemas.openxmlformats.org/officeDocument/2006/relationships/slideLayout" Target="/ppt/slideLayouts/slideLayout2.xml" Id="R81a9f8313458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a9f8313458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a50ef9b904001" /><Relationship Type="http://schemas.openxmlformats.org/officeDocument/2006/relationships/notesSlide" Target="/ppt/notesSlides/notesSlide1.xml" Id="R8cd7e9ab732643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951fb2015454b" /><Relationship Type="http://schemas.openxmlformats.org/officeDocument/2006/relationships/notesSlide" Target="/ppt/notesSlides/notesSlide2.xml" Id="Ra967c925cc8e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7c1901b6943da" /><Relationship Type="http://schemas.openxmlformats.org/officeDocument/2006/relationships/notesSlide" Target="/ppt/notesSlides/notesSlide3.xml" Id="R294b54cfc93a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b882cbcbe41f1" /><Relationship Type="http://schemas.openxmlformats.org/officeDocument/2006/relationships/notesSlide" Target="/ppt/notesSlides/notesSlide4.xml" Id="R4423ba643db8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86b12c9be4767" /><Relationship Type="http://schemas.openxmlformats.org/officeDocument/2006/relationships/notesSlide" Target="/ppt/notesSlides/notesSlide5.xml" Id="R921edf3aabe642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80a4b73844c01" /><Relationship Type="http://schemas.openxmlformats.org/officeDocument/2006/relationships/notesSlide" Target="/ppt/notesSlides/notesSlide6.xml" Id="R5c217fd443db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6a672f44044b71" /><Relationship Type="http://schemas.openxmlformats.org/officeDocument/2006/relationships/notesSlide" Target="/ppt/notesSlides/notesSlide7.xml" Id="R25e1d5ba95c1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28a2208b30455e" /><Relationship Type="http://schemas.openxmlformats.org/officeDocument/2006/relationships/notesSlide" Target="/ppt/notesSlides/notesSlide8.xml" Id="R2cbac14421aa42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ebe0b63cd4bfa" /><Relationship Type="http://schemas.openxmlformats.org/officeDocument/2006/relationships/notesSlide" Target="/ppt/notesSlides/notesSlide9.xml" Id="R29351797292a46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9c3e1222144f8" /><Relationship Type="http://schemas.openxmlformats.org/officeDocument/2006/relationships/notesSlide" Target="/ppt/notesSlides/notesSlide10.xml" Id="Rebfeefa21b9a41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97edf5cf544ec" /><Relationship Type="http://schemas.openxmlformats.org/officeDocument/2006/relationships/notesSlide" Target="/ppt/notesSlides/notesSlide11.xml" Id="R28807a6b243c41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018b3d50c4011" /><Relationship Type="http://schemas.openxmlformats.org/officeDocument/2006/relationships/notesSlide" Target="/ppt/notesSlides/notesSlide12.xml" Id="R0c811d7ed85f4c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351cbf6564275" /><Relationship Type="http://schemas.openxmlformats.org/officeDocument/2006/relationships/notesSlide" Target="/ppt/notesSlides/notesSlide13.xml" Id="R56368e06122046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907503d8284dca" /><Relationship Type="http://schemas.openxmlformats.org/officeDocument/2006/relationships/notesSlide" Target="/ppt/notesSlides/notesSlide14.xml" Id="Rf8dc7032aefe43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f50db34ca493b" /><Relationship Type="http://schemas.openxmlformats.org/officeDocument/2006/relationships/notesSlide" Target="/ppt/notesSlides/notesSlide15.xml" Id="Rd6c8f723e5cd45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3C62E-59AF-4FDB-B669-2D4CCBA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2A5D-803E-4015-BDAF-A3E023F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EC220-89A8-4D3A-8536-32EA61B0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FCF652D-9486-495B-B201-093A3CC4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B762FCB-F0D6-4B1B-9289-8F17AB7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D0F56-3442-4024-9BAD-4CFB9E0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Distribution: The Missing Half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77BF5-B914-49C0-B10C-B6200A0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0E36E-8AAC-41A5-89EB-86E32A0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7BEA4-F9D8-4DCE-850E-286E7433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644AB-149D-46D1-92F4-D35797D0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15A84-8282-477B-93EF-59B17D74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EBD0D-8BBC-4F03-B69A-6D71AAB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3C3A8-49E8-4368-B581-0F5CE1C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63930-DC47-4D28-9482-F8E4A392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605BA-8E4A-47B6-82C6-A8A79B3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36562-6F5C-4260-85A8-1E5082B8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4DB97-9A97-484A-9F0F-84951FF2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and ecosystem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6B3EE-D190-4B40-AFFB-2C916BE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4A53C-FF3D-4C88-8C6F-5D00A036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C53B4-8D74-49BE-92E3-D88B80A5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prompt,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8F7A5-E78B-4502-999E-3EC6563F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ECF6E-5CF0-4AD1-9280-DD5E4F0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DA22F-3CCB-4CB3-9057-1DA61B9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A32F0-6915-4847-AB78-B7EFD54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38168-4651-4FFB-A9C1-4E8EBB5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CF044-F117-4A29-9958-2B5230F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324A5-036C-4A02-A430-9DA4716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549193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05B10-45A7-4147-9DEA-45C62E9F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17386-1AB2-4E32-AF18-EA40F01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5B658-64D1-4F96-82D4-E82A7CAA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C7D15FD7-3E47-4ECB-BABF-FB0101C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56E2956-D1D0-4942-B842-DAD2ADB6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0E0AC-1D0A-4E87-AE72-60ADCF8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1C1F-1BFD-4588-A405-E3A8DF2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EED69-A8DF-40F7-B698-936D646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0421D-6D53-4443-B81E-1C42B99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C2D4B-AC8F-42D1-8246-F52D2E0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7DFBF-053A-44C9-B0C8-246E0B8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2F155-B51A-49C0-8194-23A71773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B85CD-8099-45A9-80F7-FAAA25DC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Design an industrial distribution system that gets useful insight in front of the right accounts through trusted channels, not just owned publishing.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C490C-1871-42F6-BAC9-29DBB075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AB3AC-85BD-442E-8233-84FE516F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distribution and ecosystem plan with channel role, trust reason, demand state, owner, cadence, account signal, and follow-up rule.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4EC50-D3AF-4E9D-ABA1-39CDEA11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C026D-126A-42DC-ACE2-8D96AA49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367EE-6EBD-4055-B4E0-5D1A476A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754B8-6718-40DF-B96D-4BAF79E0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19126-AD84-4539-89CD-EDCA686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9ABB4-0E62-4232-BA7B-B40BB14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9F886-E80E-47E3-8C8E-F76508A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089EA-092C-421C-B1D7-4D3EC07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94E83-12AD-4288-BF6D-CE9319CB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AI useful but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F250D-5FBE-45EF-9F50-55F07DAB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8A798-8ACC-4C02-B0E2-E68FACBE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B9C2E-DFB7-42BD-B072-1122693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8C33FF-8FB7-4F83-840A-7C4DE852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D16FF-3E16-432F-B899-1643D13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DA3D3-E437-44D0-9056-4E9F5F0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15934699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ACD89-1D89-4166-A4C1-7506728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929C4-64CF-4201-ADAB-78B2D6D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26D22-F327-4E9F-901E-E69CF94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EEF4FB33-B6E4-46A8-90D9-B10A41BE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5ED9BF2-633D-4311-9E46-09D7729A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F68C4-9D5E-444B-9EF9-8BBF9705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98751-31C5-42BF-814E-4001FCD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E11CD-869E-48D5-AB32-010073DC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9D5D8-B074-450F-AA2B-C22C3F27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0DB40-52BD-4590-AA86-CB3CD720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70B7A-0F2E-42FC-990B-F1CCD80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79392-2D09-44F6-B615-571A591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82712-1D4E-486B-948A-B5024E2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831A5-5C30-4DEA-9A25-F0304FD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6942B-78D1-43B1-BC99-727D4AE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F575D-3EDC-4505-B611-C380DF9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Publishing is not distribution.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A7BE3-0453-4C07-955D-AE02324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1C670-AE9D-4C17-A55A-56BE4A4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demand moves through experts, sales, associations, exhibitions, distributors, consultants,...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35FF2-80D0-4A91-8FDE-C02F705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960C8-50D3-4953-96A2-A1730DA2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Buyers trust field expertise and borrowed credibility more than generic company-page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C0305-29C8-4FB1-98EE-DA1438A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8303F-FA44-4A6A-8F4E-761D7A3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Distribution must create account evidence, not just reach.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9F8EB-F82E-444C-9A22-278E54B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3B936-BDB8-492B-9773-AE12BBD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73E47-F5C5-472C-9843-489F5B9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8E608-5C6B-41BD-8ED6-D3B1CD36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EE8F1-5543-436E-A273-5CA98CF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DF685-ED16-4FD3-A29E-10AEA0D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7868C-50A0-4DCC-8FA5-CD3E296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74D1F-360B-43C3-AA1D-4E8ADDE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C8991F-EB55-426C-A0C2-F6EE794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62D2A-C22B-4303-8A0D-535A3AFB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402A7-8AED-435B-BCA3-76BC71F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08B06D-50AB-4969-8AA2-59643A6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51C956-3CD3-4DB7-91B2-D4637EAE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CAD69-84D8-4863-AD24-A7AE489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379A9-6D18-4E87-AA57-D1242ABC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03940B-2D9E-4048-8DE7-763D4A1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942CCE-E32F-4E9F-8CC9-7CA94848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89F5A-509C-4290-BECE-D2B6038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EA1C8F-14B6-4D00-9FA3-B7FD8AB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C085B2-9FD3-48A5-B900-B7DBE94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4DC58-6248-443E-B2CA-F20E33E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002B5B-7EC7-486D-ACC8-AFE61AD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5463998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8CC5A-1DDB-4F66-AF3F-D558DA9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18196-9C10-4FB9-AEF2-56776C47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95A00-B1AD-42B4-97DF-1A9F2F4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8E0EF7A8-7B8D-4C33-A03C-AC6925CA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F2CF691-AB81-4829-9D4D-D1416AD0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275E-59E9-4DB0-8C18-C8584626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Choose channels by buyer trust and decision stage.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CF753-DDF2-4962-A1EC-90B13FE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78FC4-AE69-4438-A51F-1AA8CC2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FD30E-94E2-493E-BFB2-5CFF941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B4AD6-14B6-44CC-BCAD-A1FDE66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A45B0-4130-4DE2-BE4F-D2BED32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B5D6D-86D9-45B8-B4E9-8EA27808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41CDE-21CC-43F2-90E0-070A8A01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7B3B8-38E2-4BC6-A22A-E4A4AFC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DE9DD-C5F7-43F4-9E72-57DE17F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E4C64-41B7-49CE-B948-D2344EBA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C2775-9FF3-4AC9-A537-4DE47A7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B8C0A-1398-42B6-B2D6-7CAB89F8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1097E-72B2-498C-9EB9-214753E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Expert profiles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78FF-973C-482E-B347-9F196B0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E32A4-392A-4716-9EF3-95C0470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1E68F-E11D-42E9-9205-1318FF2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BB8B2-54DB-4516-8D87-B7730E9F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19E46-D51A-43B7-8889-389D0930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sharing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094FF-0B00-44DE-8FDD-8A174050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5DAAC-C557-4E25-A45C-3FDF8F53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230B9-4907-4101-BD62-021C249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1D36FC-50F8-4F27-9A0B-4EB6642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0F21F-96C2-4B42-8A71-A084C2F3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Associations and export bodies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53EEA-8D83-4ACD-9961-B4D7CE1D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52E09-8C79-4A8D-9968-B210911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12C11-8F53-4036-B09C-B136502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9378D-4451-4B33-B191-C09FD90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46B80-9780-48DB-96F4-A15A94F0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Trade shows and technical events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CA597-BCAA-49D3-B811-07BA458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29E0B5-CE90-46EE-AEA5-38C5493B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BE2C3-59EB-4B04-8E73-57B2596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BA38DD-EBFB-445F-A3B3-1DE1BFA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Distributors and partners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D8400-7633-4404-90B9-FFB3EED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AE7AD4-04C8-420F-A6DE-7F2BC32F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0DAAA0-8015-4A2B-B7B1-7277FB5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027CC4-E073-41F4-9B5D-99FA7EB7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59F70D-6970-4EA3-890D-C3E2CA31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Consultants and advisors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709A4C-C6EA-4CB5-9231-5DB5965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C47465-507B-4117-952D-A5DDB9D9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82504-A31F-495C-91F2-2DC6F14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6D6930-BC60-40BA-A81A-08459EA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5DC560-AF6B-47B9-86AE-5577623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Industry publications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86F9FE-B89A-44C8-92A4-3A8F1F71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E6FD6C-32D1-4358-B1FD-4E70290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assets/flowcharts/07-distribution-ecosystem.svg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698F6E-B736-4D7C-8D81-7D049B2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8D287D-70F6-473C-9BD5-C48A433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069B37-AF64-46B3-9302-19FCE61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B3D64F-8A27-47B2-B34A-FFC6A4F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F76F9D-3686-451F-9D81-79449A3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9B3CC8-8708-493E-98AE-3A3308B7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97B877-7F39-44FA-BECD-6A44618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83047176-27A0-4D21-B04A-CD2176C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50CE4FAA-F889-41CD-A733-9D700C0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CORE FRAMEWORK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F2E877-FA57-4BB0-8A50-6CE24DA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Choose channels by buyer trust and decision stage.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5D2B3F-A580-453A-8042-762BB801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0AE05E-DB35-4CA7-A6CC-CF09D3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9F5540-2505-416B-8802-09E94F5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02C8C4-CDB7-4B14-B0CF-DAF69E2D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7A553D-2E13-4CDE-80BA-CEC4E81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2904D0-0229-4007-9E8D-39BE4F2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81D484-12BD-4D97-958D-0443EC3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9D9D97-AA48-4493-A8AB-E48B404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840635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00C5A-5A42-499B-BDFC-E724A8B6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88855-3BCD-49FF-9125-5C6FF4F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AF5CD-BF50-4F24-8085-BD4399B6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E78EC5A-ABA6-4533-9082-A42C13F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5FD7D135-50C8-4758-9B4B-28BAAE86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2BEA1-2CFB-4231-B112-91BFE77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Dark social needs a capture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64E47-7569-4418-AEA0-9ABC825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2CA7-9F3A-4DE9-86F2-7375F42B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C164A-EC0E-4189-94FB-F5FAC18C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52CFE-1703-4557-AE32-5677A6A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2A657-8624-4ED6-ACC5-F55047F4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D435E-9443-4A7C-91EC-575D2DA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4DD21-10D9-4094-A2F0-6465C9C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BA562-0ED1-4098-B202-DA8792E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Trusted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3B374-48D2-4344-A966-289B9AE5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buyer, partner, consultant, or sales person mentions an account, role, problem, timing, or referral.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170FE-76E4-447E-B189-6FC8A37C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4212A-555E-4B2D-A147-3AC47F16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9DDAB-8187-4B3E-996E-647F2D0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Capture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A935E-51AD-4D0F-9850-D92BF27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Log source, role, demand state, strength, owner, and next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82F19-7FA2-410F-9D96-FF9A5801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EC20B-F438-42E8-881F-E5E149D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2A6FA-CDD2-4FB2-9940-62DAD90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Operating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730C8-72B9-4EB6-8E5E-34840A93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If it stays in chat, memory, or event notes, the system undercounts real demand.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E6B6E-831C-4D34-B8A3-93BEC61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78084-4E48-4635-B157-72EB5B4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81DA8-09F2-4CC0-A451-1E05A4F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789BF-9672-4A20-8D4E-419A53F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Review distribution evidence in the weekly account movement meeting.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4E73D-65AF-476A-9EE6-0F95404C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A8E1F-05EA-45D2-B778-A0852CE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C7602-BD4C-4C8A-9442-2339646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19998-FA54-44E5-959A-2175B247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4169A-D8C3-4710-B082-A83CD4F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AEA87-DA1A-4DA4-8C5A-D98A4A38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5442E6-8C5C-4153-8748-D014CB38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6611532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FEF85-E06D-446A-8398-3ADEC5C6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C2479-3E30-4BD8-8D8C-33E2113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50902-FDCB-4337-B3DC-342DC6F0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07ADADF-8341-4209-A7DA-866190C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2AFBE91-2433-4F37-B6AB-D55C501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818F2-3C99-4DE4-A235-D3247EF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specialty process equipment supplier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AE6DD-315C-4EDF-955D-460449C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46884-34A0-4C96-93DE-878E99D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F64BE-6C5F-4BC8-85F2-F293027A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3449F-1850-4376-959C-676AD08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5871F-0217-4C79-8477-EA7E459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D97A8-18F6-4F29-A17E-E3A8ADD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D19BD-01B8-4C8C-913C-99F7A206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7CBB9-4933-463E-879F-47B7E2CA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2A80D-E5C5-43E6-B303-064A5E3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5F01D-0411-4ECA-93AD-5712E97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95104-A578-454D-9699-996FFF9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Useful technical notes about repeatability and coating selection sit on the company blog.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5F9BD-773E-4A41-8C10-3233E4D4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21F37-C569-40B9-9ADF-94708A7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Buyers rarely see them before calling for price.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04860-F3A8-4D91-9D15-6CAC5D9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764E0-1AA8-4BF0-BB0B-28F4B58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repair uses SME profile posts, sales sharing, association education, distributor proof notes, and retargeting of proven...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11D8B-31D1-48C1-BB27-7E780399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88430-97C1-4A4C-9D9E-4B5B1F8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plan creates visibility, trust, and signals instead of simply publishing more.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EFB8E-37BC-4FE6-A64B-D06916E7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4922C-3250-426F-97A9-7027A6E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3B75B-6ABB-4FB3-BB07-E00D0D58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D30DA-D111-4BBC-AC53-B7BDE96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AC61F-F313-45B1-879F-31680C1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774D1-9DB3-4CDA-A9A8-DB95337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6204C-CF89-4F22-B6BB-CC80BF9D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ABB6A2A-8C6F-4034-A519-C06DB5F7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B837D68C-9034-49C7-93AA-CD461F4C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COMPOSITE EXAMPLE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B4527-4EF5-44AF-95A8-3D7163BF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specialty process equipment supplier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48DDD-F84E-4C35-B3AD-35F40F5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BB11F-FEDB-4CFB-ACC8-71BF92D9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830623-B3DA-4554-BD21-871D048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ACC31-F9A4-40CB-A298-25A8CD44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4F9F7-AE3F-47F8-9943-FA5C5B5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592206-D8E8-420B-83F2-6A39556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155796-700D-4988-8250-A13D51D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E64A8C-32E6-4ECD-AD09-10CE796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8798217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091C9-A73B-4A29-B788-79E54758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E2608-C71C-46C7-90B6-BCA1E12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BBEC4-FFD1-4F9A-9CB7-03DD8D09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C27D3E5-53A1-4DDB-A397-5663348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DA150C9-3F53-43D7-9B10-0810519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EAEF5-29B7-4412-868B-FC9B88D5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294EB-364A-4AA0-8678-32A79F16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950C2-EB45-4A1B-96BC-162E4EA7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28D85-6BC7-4CA4-9F9E-561C20CE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8DF62-0834-4BCD-9FDF-F7B9C8B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A4C95-09D3-49A7-A107-3068D13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AF9D4-1AC5-41BE-AB9F-3D81AD3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511AF-AE87-4FDF-B2E2-A14C036A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Where does the content need to circulate for the buyer to trust it and for the account team to detect movement?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7B8DE-BBA7-4230-AAFB-3D85E51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800FD-145F-44F5-BAC1-F42105D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1590B-C9AE-463D-B84C-F662555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81290-6261-475E-BF05-CB8A9C56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channels already have buyer trust?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98A55-5717-4CE4-A573-AFF3B2B7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757EA-5C16-4CF1-B54E-526F7195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channels can reach the committee?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FCD56-0ADE-4E61-9650-3BF45D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4C6B1-2702-48D8-AEC9-22E46546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channels create observable account signals?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1D305-79A9-4740-BCC4-7491833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EB7B1-8F56-4DF2-A486-02B8189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Where is sales already in conversation?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C82FC-933F-4BE8-A62B-6A09292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986BC-066F-4D32-8E17-8E29B251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Where do distributors or consultants influence decisions?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2C38D-E2A1-4B2D-8351-E3A609C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8CA20-F28E-4E68-915B-0C959576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should be captured after distribution?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528FF-23BC-4DF7-AE60-B7CC1FC5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771BF-0859-45E6-804D-A7648D2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0DB02-08F5-4638-8629-FF756456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EDC49-C295-4ECB-BD15-3C02E7F1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9987420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6986F-A02A-431E-8970-7FDCB59F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9DB61-B2F7-47D2-BEC9-DC8660DD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6D679-43F2-4ACF-9294-3FB1717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4F90BA6-D21C-404D-864B-252C93E4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BCDF9C5-BAAD-40BB-BB21-CB3FE31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519D9-C089-4295-9529-2EB6B57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and ecosystem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85C6F-E370-4FA5-8BBC-52194879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C4DD-632C-4ADB-9377-D68888EF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A06BB-19AD-4661-A8E2-2CD5D81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9D1D9-C6DF-4E6C-8B45-C737B491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5DB06-C069-44C4-A7E0-FEAC86B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87B1B-ADE5-4CE1-A764-0236F5C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F3AFF-B489-4C6A-AF0A-0E7C456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56690-E024-4FC4-A925-CB3C3F8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CA39C-7004-4E77-9F01-6AB4195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8 min channel plan, 4 min ecosystem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95C0D-B047-4FBC-AC69-CE5322FA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1E263-E834-48F5-BAB3-F9DCE20B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B00F2-25BD-4D14-8DB5-65CD7BED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Distribution and ecosystem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79FDE-CB18-47A8-93EE-8BA3E5CC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3A119-7886-48A8-99D5-875F2730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017C2-6CF2-4C7B-A01C-F1491B0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84D84-4B31-42BF-AA87-91D053E8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EF4CA-EFB5-4174-A081-C0ABFE6F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A60E3-7FCB-4C9A-BC35-F2512BE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Select at least five channels for the first-five assets.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FF5D7-C4F2-42BA-9CFE-23B4B4C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268B6-8D51-46E8-91AF-F79C616B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535E5-BA3A-4236-BA6B-B04918B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For each, define trust reason, demand state, owner, cadence, account signal, and follow-up rule.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BB717-F136-4F01-9ACD-CD7D43FF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BEBC1-59A6-44F3-8E3D-FCD7C05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09AF68-D91A-44FB-8E3E-8B59A60E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Map ecosystem nodes: associations, events, distributors, consultants, media, technical communities,...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77E4E-ABA7-4D39-8F1D-609D173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E5E7A-79E4-4506-8B34-390EDC6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AD114E-BE85-4339-8CF9-C94AA13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74C57-1F7F-4035-A46C-AABA720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616041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BB8D6-F10E-4EFA-AC9D-6DD22882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2D64-D271-47D9-A118-379AF9C4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9AD1-2C71-423B-AAC6-96D5899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C4D50365-F72D-4BE1-95F5-023C88FA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7ECDAC5-B6DC-4CEE-AC34-634926A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C5EE-DFDD-4686-9D3C-58A446B8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26374-7F61-4F0A-93B4-A7B977D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80938-D3EA-4D5E-97D8-A9568579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A5EEF-4D85-43DA-A791-1CE7A59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0C624-D1AC-43E0-AAEA-DE15B631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D7C89-6824-42E2-B129-0237330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4A1CF-BF39-46E5-8779-6EF47F7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73799-52F3-437A-AF7F-5164A58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B1BF4-C4D4-4B08-9B9A-496D9AE2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A95DD-2064-46FD-8B7E-006D972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342D9-4102-4533-AAA6-5EC96EA6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C1E16-22D4-4291-ADF5-E858BB65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B4C1B-F503-413A-BF33-8150688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the plan rely too heavily on owned publishing?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721AD-3B18-4EDD-B83D-2F5C88A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BEFBE-A7C8-49CF-9FF3-C13AEC5F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BA52C-7680-4564-9E7A-788E49CF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expert profiles used where trust matters?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CAEAE-F611-497E-9C2E-ACC12C8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729EE-DEBF-402C-952F-3E6EFBF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A449E-EBB7-4199-89AD-D1F1DFA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Is sales distributing insight, not just asking for meetings?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B2177-8B46-4527-B132-C143943A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32463-A6D0-4A83-88C9-BA1B0E14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F16E0-DFF2-40C7-9FED-E43E1876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827C1-651E-44C5-BB06-920A4753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FF452-015B-4EF5-BA20-C78731E5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events designed before, during, and after the show?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6E606-0128-4318-A10A-9312A36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653392-35D0-4790-94A6-FA6DC6F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B1294-8C1D-48DF-B166-EF8C53F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partners given proof and routing rules?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E8A07-05FB-4B0E-9446-2FCEE8CB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5291DF-CA55-4F0C-90F9-D17D052B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F5CA1-41E5-4E30-A5CD-6455C5A7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every channel create observable account evidence?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D827AC-C9EF-445D-801A-03FD50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05702-4B81-447A-97B9-9C5C897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B43AC-A4A6-4A09-A785-E2D94C9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DE80DF-9D53-4C8B-8867-306F963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718EE5-4CA2-464A-B9B9-6A148316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03115-F170-438B-80C0-488C965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36AD6C-26C5-4451-9653-547BBC5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A552232-8415-4F53-97F0-E394B9D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1289480-CF56-4D16-870E-DE5CBB55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GROUP CRITIQUE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58EA40-9C96-4D84-B1E7-66B5C087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5C8BB-C592-4891-B33B-9704CF0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C150B3-1299-4215-8FAF-0C7BD07E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216061-B598-4FFF-A9B6-B77F1C5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86F8BB-442B-47A4-A278-CECED45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2BA567-1D2B-4540-8BFD-C391B221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BD0337-8C8C-4A44-BC7C-2A1F3BB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12DEB0-4332-4485-8D79-2C4000AA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62F590-3530-4D37-B2D1-8CAB093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12815382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357F8-A96F-491C-BB01-4DC7CE78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B4381-E04B-4013-86DE-8C5C063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52830-821B-4C63-B6C4-61370CC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C73F447-A19A-464C-8141-761AF29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B636685-16A6-41B8-ACD4-80B1180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AI-ASSISTED EXERCISE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DB86D-B8E5-449B-9AE2-A1E5D394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3D32-87B5-4022-8E4C-D0E1450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B1BC2-095D-472B-A178-9BA289B9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2DB46-23CE-4767-9C62-53F1A1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C6007-CD05-4025-8148-6F2D90F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C5B6E-C1E2-4FEB-9CAC-594507A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1B5E4-8CDC-4FBC-8C6B-4F4B059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C041D-5236-46FB-83C2-43031BBB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096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6A1D9-5117-4211-AE6F-4F54AED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FE96C-DF45-487C-BC4F-1F6B66D4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TO GIVE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B0105-2973-4446-ABD1-A4032E6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 a channel mix for the selected ICP and first-five assets. Tie every channel to buyer trust, demand state, owner, realistic cadence, account-level signal, routing implication, and failure risk. Do not recommend more channels than the team can operate.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69506-882E-4428-818D-73A2E7A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867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75F91-AA8A-4F51-ACF0-DF74CAF4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E012D-2C8E-4B6B-95C0-FD5C862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E2374-E1C2-42B6-8607-5DA184C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E0626-811D-449D-A376-2BE17DC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Channel tied to buyer trust and demand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DCCE1-DDB7-493F-80D6-5138C2D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030C0-AD1F-4D83-B4EC-6699DEA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 named: sales, marketing, SME, distributor, partner, or leadership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8E89E-DF50-4901-9325-485CA06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54B60-A42E-4DC7-8B58-92DC20D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Realistic cadence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8F050-FCE9-4D07-B47C-5A051A8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63742-7968-421A-9964-A50F627B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Account-level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B738D-47EE-4349-A2CB-ED56C12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9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09411-F480-4F21-A447-5D3B927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Routing implication and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EEA4F-4AF1-4AED-BE21-900D3BA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25040-7125-49E5-A385-D0375925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ECE8E-72F2-49D5-B22C-B0E42CE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EB824-4359-421B-A149-71103D2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655DA0-B3A5-4A43-902C-6E12759E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B1E9A-EDBC-4BCE-8ECE-8C1CAC4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A4879-2DD3-40D3-A4FF-3F67B4E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CE31729-FC12-4352-840E-F56210A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FDFC0EA-8CC5-4E27-9527-D11BB07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AI-ASSISTED EXERCISE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960386-8159-48CA-93CF-161F46E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8B446A-8312-4CC1-BB8A-66005653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77C18-89A5-4DC4-81CA-AB7A7F0D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47F1A1-BB6E-4DD8-BED7-243D34EF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C3FFA7-DA26-4148-B087-6BDC543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7D8F33-31BB-4C2C-BE53-BBDA2B7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0ED83B-785D-4F66-B748-5BE994F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92E0E-CCFC-469D-B935-737FD59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043B5C-D604-4737-9CE5-B716E08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6973216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3D6F8-7755-41E0-9EE8-AFA0044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AFE10-10CC-4916-BE3A-8D344C52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C9E60-BF6D-409A-AC4A-EEA1FFE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933F731C-21EA-416C-8C8A-1FFB5B36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AFB74647-DC5C-47D7-9FD3-2F3E44F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HUMAN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8A3E9-E982-43CF-BC1E-8B62F90D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47130-B01A-4DE7-A78C-AABF664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6E445-BF84-4CFF-96D5-72F3E8F2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49ED7-71FD-4358-9E0A-B70BB7E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1699D-E36D-414F-8B1F-CECABAEC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C87A8-CB7F-4856-A429-4C9BFF2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B54DE-C16F-4AC0-8F06-382F40F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027D4-E7ED-4BE1-AF7B-1BDF927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368F3-46C8-493A-BD90-1669B51C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C7E03-4D87-4116-919B-E43659A5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AI OUTPUT...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D229C-7ECA-4F59-85B6-383BC3E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25352-44C3-42BC-A38D-912190C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Repair channel lists that are too large to operate.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8C56D-3F64-4A0D-BB91-F0E60FC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0894B-15B9-4128-B402-BCBCB03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paid ads as a substitute for trust.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14780-19DC-4382-89FE-7FF7473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6840C-6A6F-4C45-8156-C7F8FA0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plans that ignore sales and partner distribution.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021FA-8B2A-4E9D-868A-0250A9B1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27D2B-3424-4516-89AF-498AE68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event plans without 72-hour routing.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C3292-FE56-4A4C-A389-BBF814A0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2C020-9F03-4A74-B8D3-C459E9B6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company-page posting as the main motion.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A4F70-17E1-49A5-A66D-66634DE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13102-42A3-4BDC-AA30-B272B05A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distribution with no owner or cadence.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19A443-F8F2-4E2E-B75A-D546A0E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3B517-D533-4F01-8074-78818952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19B52-61F5-44E0-93B8-5A1C285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BA5B76-F20C-4685-9CF9-F8D5368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A80E5-EF0A-4415-B64B-1322C4CF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F38A3-317C-4D3F-AAF3-4D70998F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16E730-3186-48E2-9B5C-99A1ACD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AI is guessing.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145BE9-E2FE-4D90-B11C-DC0D0FD1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73799-D3A6-4021-85D8-5D50165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86FD99-6262-43DB-96CD-0389A7C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ADAA15-8370-4317-9B05-5D1480A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6E05BB-5F44-4B59-84D5-5CC8D2D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64D1F0-2006-4705-8FDF-727215C4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B5BA24-58ED-400C-B3A2-FE68816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1BCFB0F-026B-4E1D-93E8-361E9FB9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69C56C92-CA74-4D99-AB6F-57E9C52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HUMAN CORRECTION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C612C4-5FEB-4682-91A3-AEF09B29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85B19D-AFC2-4C0B-8172-F60DF90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C2529E-F297-4E12-8843-53513510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D60D05-A6D1-4A14-B60D-D071040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B43E5D-68DE-4B5B-8D18-2D245381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D25776-EB6B-4F73-90CD-29DA5113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8C29C7-29A6-4556-A165-DFDD4041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D7278D-FDD3-4BD8-82A4-47B6F932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A2356C-4D9E-4163-9451-5B297A6A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5019923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929B0-0397-4BED-8FCF-FC3FC5B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DEDD9-F748-426F-B16E-40E40D0A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67236-6A1E-43B2-8730-91730AD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966EAAC-CCEA-4BB3-B492-B9E999A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D1287BCB-1F1B-46E7-810E-2B09A25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7536-649F-4133-A672-F393F81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creates source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AACD1-4B64-47AE-A42E-75F428A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C285A-C5E5-4422-A38A-D3637B9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76497-7D47-44E9-A8BA-72277C9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C074-DE21-4531-B714-9B20057D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47EDD-E1B4-45DA-883F-2070E28F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CA360-D51A-485A-B0A6-2F27246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D1516-2BE7-410A-BFEA-BA4EFF50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33590-CCE3-4549-95E5-04217A5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Distribution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4C45B-765A-438F-A5B5-F60DA763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1FEC6-BE4E-48C6-916C-2369351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672B0-839B-4EEA-B3FF-A800884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circulated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49C16-E097-4F68-9332-81563D8A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B2F5F-98E3-421B-9CEA-00D01BD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5C274-AAF0-4677-B7B3-FBA41CBD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or cluster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0EB74-258F-4095-9CB4-61694B8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047A6-6DF0-4C51-96A2-4F489E02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85A95-A311-40EE-B8A2-88DD259B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Buying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38C3C-A4A1-4BD1-913E-66745DE9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1D441-43F3-4F41-9FEF-915AD1EA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92204-2F15-42BC-905C-10E2D94A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13852B-9667-4AD6-A2CB-B4529917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70636-FEF4-4ED5-84BC-5173BDD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A07BE-3942-4696-8235-FF27117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strength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99FE9-5275-487A-A89F-C504ACE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26BEA8-84BA-48EE-83AF-E9F6B46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1B338D-D80A-4A67-97BF-D1061148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Source 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4C346-F049-4F3A-8A64-4FC9D64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92261-0728-40ED-A141-EAD1F675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60A2D0-3821-43B4-80C0-4A8E78D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Follow-up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1A053-90D3-49A7-A687-95AF6E2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BA01C1-DA71-4EFC-8E5D-5489A8F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DCC4F-5646-4E59-B041-C8AA6BC6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A82D4E-6248-46D5-8A7E-B2104AA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BD65B8-FC68-41E2-8307-DE37D33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18EFBD-CB53-455C-8767-64B37E4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1B2933-80F5-49DE-9C53-C6326C2A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17523415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7B0FA-F700-40D8-9A0D-FF85370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7474-F928-4BC0-98C0-B9E4A12D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D2310-95FA-41A6-B46E-3D74967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2F0077A1-8500-4191-93D6-5E29782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9E917A2-8E73-45ED-869F-D1969D5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43C0D-ECF5-41AE-B3B1-0241AFE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F444-53C4-4AD2-A3F1-868BC4AC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6563C-8D8A-40FD-9EB1-BD5ADB6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9F52F-9DBC-4330-88E0-0038D4F5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F3EB3-2A92-42B9-A913-0FE45A1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43902-9C6A-4E9D-B0AF-7500B42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DEDC0-BE00-4F73-BEB0-891665DE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23490-7ED3-4AAF-9059-12FDCFFD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DBBD4-3C86-4F06-B94D-5E00BC6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469F5-D43F-48D7-BF81-B7D85F2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1C3F0-50D9-493B-B0F8-341FB6C0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3E635-ADA8-486E-AB7A-43A220CD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7EE00-F3C7-4463-A3BE-642E04B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A74D0-7B72-4AB6-8A65-0B199730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Publishing-only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FC5F4-8179-4236-8731-5DB121D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Content exists but buyers never see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A56AA-081C-430A-A7A9-1B62C5E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Build channel plan and owner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90AC0-1124-40C9-B3BC-851CEAE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58968-6841-4E0F-8336-DEFB496A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C0CB4-9534-42F4-8C69-39B0192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Company-page dependency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0FF00-11A8-4312-8EDE-1C8E5C2F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Low reach and low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48065-436F-4A5D-A3BE-0F4EAB9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insight through experts and sales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F0BBD-2278-43A3-A4C0-45AAC64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3E7DB-FB40-4215-8500-6A2049D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Event leakage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5B0B42-BBD7-42A7-B5B0-4643FCB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Meetings happen but signals are not routed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57D67-1F23-471D-8424-2F7007D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Create event signal board and 72-hour 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1AA1EC-AFE8-4EA3-904C-203932E8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F2B5B-FADF-4A61-81AC-0801DC1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178AD-579B-4776-9C4B-2B09EFD2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Partner noise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781570-B046-46E8-8D32-B0973817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Distributors send weak leads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784D5-A901-4B4A-AFC4-89EF5827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Train ICP, proof, and routing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427C9-9368-4043-A81B-EF7EA19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9469C-B9C5-4927-B269-CE37C72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D0F39-B6CC-404B-9E42-D63C9B6D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D61D87-501F-40C3-A590-52F04172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3808A3-C735-4231-AD29-7DA9ED6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1D2DBF-B1D1-4C0E-9CF8-D015C16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B2F1AD-35DA-4015-857A-2362C8EC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5D9927B-AD80-4DBE-84B5-3E54BBC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EEAD078-1627-4CFE-BE38-01F75F8B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648053-17EF-453C-91AD-402E69B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EAB684-48E0-4125-B9B8-A6C2A62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906D6-BF6D-437E-92E5-5DB3C3B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A7072-75F6-4ACE-A432-43108FF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6CF04D-E841-4626-AA45-682BD66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F99186-7813-4951-83BC-8B2842C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C057A5-018C-48C8-9DC8-EDBD2588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CDFD94-23B5-4B43-AD12-9C2F773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152609-9062-4180-A5D1-95EC73D1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9941253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ED101-48A0-4109-B88E-5C94683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0725C-3597-445A-86D1-3A2C2F2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E3C1-8F96-4574-AD3C-A837F49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5821B9F-F9DD-4F39-BA30-0125B47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474CD67E-9A32-4EEF-86B0-2F582BC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2A41D-4F2A-4B04-A107-A6D0ADB9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E01AB-C945-4FFF-8D73-823FC918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60E6E-7962-4F02-A5F7-C37F3ACD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A341C-7D77-41BB-8BF9-9DE21B3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7A790-9806-4768-BA85-D81F166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48FAA-5750-4AEE-8CFF-D79D338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28C86-EB09-4265-ADE6-CEF68CA5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ED535-5695-4B3A-9794-022C413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E9846-779B-446C-9EEE-3550674C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BC5F3-37A6-4432-9752-672B4C4C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BF965-05A3-4115-9E0A-1F8AA931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06E8D-9886-4E9B-A2DC-FED2BC5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At least five channels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C0B8F-2376-4AB0-9407-1C2B041A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91ED9-75FF-4435-A00D-143FBD1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Trust reason for each channel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02CF8-6E67-4237-8793-29A7FD7E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9751E-1A07-4671-9EAE-DA77257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state served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61992-6B22-4032-A4CF-C005FB0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71B73-DCDA-4A5F-BDD4-3EA2C76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 and cadence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BB140-45BE-4B45-B73A-4914ECD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B1DB0-8E88-4CDB-A163-FFC4A76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Account-level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5D33B-627A-4126-9795-89D361CF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12855-E691-4355-A598-70756CA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Follow-up rule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28524-9348-483A-8BCE-36F5F7E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D84FB-20F3-4E31-BE82-EDE766C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One ecosystem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9694A-1B30-4440-93EA-2EEAF6FE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4BCA4-ECE7-4FF7-8AE0-99780DB2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BA772-4BD9-4F77-B5BB-D3F99445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AA98E-60ED-49BE-A850-D75DE31C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leadership, and an AI agent could inspect it and know what to do next.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E47E0-6D04-4356-8234-5F27130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86B46-928A-483A-B024-D9805E7C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1AB8D6-6F1A-4E11-9308-8613D62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9FBF9B-18EF-4E90-859E-6F56F50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38E68-3DD7-4FA0-BEAC-174C475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E5754-058D-40AB-9D5D-7FD7892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835CFF-4602-403B-8093-F60AEA2F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0EF2-CC4E-4241-9D8C-797D9B26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18C9FF1-1409-485D-81EE-FD6B509E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720F34E-4CD4-4EEA-AC81-D65AF7D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FINAL ARTIFACT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B5F8DF-5990-48A5-A079-5A9CE5AC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710EE9-32B5-45DF-A306-60C8204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D7655C-5DEE-48DC-BD46-B08608B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257E0B-E234-4390-B6CC-0E3D9BAC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0E4F94-B7FD-4FBC-A1FD-5B14ABF3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D360AD-753E-441E-A323-723DD53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81FF1D-B4FB-4B6C-9A92-E5A38A1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C8A4DB-15B3-4CB8-9B5A-B36E516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6C314C-B741-4144-91F2-E8B1B49F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7749852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C77D3-10F4-4BF6-86BC-CBD1CEF4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9ED85-CCE0-4EE2-857E-B52294EF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AEE55-CB39-4983-B50C-049878AB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C471F963-BD1A-4E6A-B64E-84781B5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E473573-E535-43BD-B84F-2CFB04E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06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8C3A7-1008-4809-8993-217C12EA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Distribution and ecosystem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6E5F4-7E85-43F6-9863-D036C569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DDE64-B5EB-411D-8068-74B25302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9E57A-F48A-4B26-B5AB-B4612EA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A3039-08A4-4B3A-BE33-EFCBF9D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makes movement visible. The next lesson prevents the team from mistaking every visible signal for buying intent.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4DC4F-9D52-4F3D-B3EC-EB236FA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97D88-1D7B-4DA0-B66C-3C5EDE55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BF7A1-4D60-48B9-9218-C45CE9E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C459D-F6F6-43A5-BBC8-4A390EB7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Lesson 07 - Signal Routing And Demand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E0249-9718-4A3D-8A0B-E978D46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E4ABA-D01E-4EAF-8D71-50E3549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AI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BF99A-3743-4F3F-ADEA-73AD5C65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72E11-5238-4FEA-B262-DA5231C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06 - Distribution: The Missing Half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8495B-4788-489E-9B4F-AF08ABE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modules/module-01-industrial-demand-generation/lessons/06-distribution-the-missing-half.md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ABC2B-2B50-4650-919F-7B1BE154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95212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2026-05-16T17:00:45.6080000Z</dcterms:created>
  <dcterms:modified xsi:type="dcterms:W3CDTF">2026-05-16T17:00:45.6080000Z</dcterms:modified>
</coreProperties>
</file>